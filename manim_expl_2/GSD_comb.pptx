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3152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6"/>
  </p:normalViewPr>
  <p:slideViewPr>
    <p:cSldViewPr snapToGrid="0">
      <p:cViewPr varScale="1">
        <p:scale>
          <a:sx n="155" d="100"/>
          <a:sy n="155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897890"/>
            <a:ext cx="621792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7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2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9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9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344930"/>
            <a:ext cx="3094672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004060"/>
            <a:ext cx="3094672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344930"/>
            <a:ext cx="3109913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004060"/>
            <a:ext cx="310991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3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0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3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789941"/>
            <a:ext cx="370332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6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789941"/>
            <a:ext cx="370332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2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41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9F645-D6C4-7F4D-8DA4-FF4C5E83D9E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5085081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5102-4D7C-5948-9711-6A112FA74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1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2473D5-A0D5-6869-2BC9-229CEE657A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0" y="57968"/>
            <a:ext cx="3657600" cy="5249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C61FC-7360-53D7-A848-F2638A672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21" r="34347"/>
          <a:stretch>
            <a:fillRect/>
          </a:stretch>
        </p:blipFill>
        <p:spPr>
          <a:xfrm>
            <a:off x="2496065" y="-1239"/>
            <a:ext cx="2306594" cy="5308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BF1090-5EF4-64DE-63C8-4E0EC4DF7C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120"/>
          <a:stretch>
            <a:fillRect/>
          </a:stretch>
        </p:blipFill>
        <p:spPr>
          <a:xfrm>
            <a:off x="4621426" y="-8340"/>
            <a:ext cx="2697889" cy="53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4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Lorne Arnold</dc:creator>
  <cp:lastModifiedBy>Lorne Arnold</cp:lastModifiedBy>
  <cp:revision>1</cp:revision>
  <dcterms:created xsi:type="dcterms:W3CDTF">2026-06-13T04:23:10Z</dcterms:created>
  <dcterms:modified xsi:type="dcterms:W3CDTF">2026-06-13T04:31:59Z</dcterms:modified>
</cp:coreProperties>
</file>