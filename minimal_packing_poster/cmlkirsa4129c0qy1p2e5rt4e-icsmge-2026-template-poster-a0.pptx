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handoutMasterIdLst>
    <p:handoutMasterId r:id="rId3"/>
  </p:handoutMasterIdLst>
  <p:sldIdLst>
    <p:sldId id="261" r:id="rId2"/>
  </p:sldIdLst>
  <p:sldSz cx="30275213" cy="42803763"/>
  <p:notesSz cx="29819600" cy="423418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bschnitt ohne Titel" id="{2EFA747A-BF4A-4B51-9ECB-E2CF6C13CCCB}">
          <p14:sldIdLst>
            <p14:sldId id="26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8080"/>
    <a:srgbClr val="B2B3B3"/>
    <a:srgbClr val="AB2847"/>
    <a:srgbClr val="DDDDDD"/>
    <a:srgbClr val="5B5B5B"/>
    <a:srgbClr val="C3001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785" autoAdjust="0"/>
    <p:restoredTop sz="94660"/>
  </p:normalViewPr>
  <p:slideViewPr>
    <p:cSldViewPr snapToGrid="0">
      <p:cViewPr varScale="1">
        <p:scale>
          <a:sx n="32" d="100"/>
          <a:sy n="32" d="100"/>
        </p:scale>
        <p:origin x="3520" y="280"/>
      </p:cViewPr>
      <p:guideLst/>
    </p:cSldViewPr>
  </p:slideViewPr>
  <p:notesTextViewPr>
    <p:cViewPr>
      <p:scale>
        <a:sx n="1" d="1"/>
        <a:sy n="1" d="1"/>
      </p:scale>
      <p:origin x="0" y="0"/>
    </p:cViewPr>
  </p:notesTextViewPr>
  <p:notesViewPr>
    <p:cSldViewPr snapToGrid="0">
      <p:cViewPr varScale="1">
        <p:scale>
          <a:sx n="27" d="100"/>
          <a:sy n="27" d="100"/>
        </p:scale>
        <p:origin x="5184" y="156"/>
      </p:cViewPr>
      <p:guideLst/>
    </p:cSldViewPr>
  </p:notes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handoutMaster" Target="handoutMasters/handout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7FF616E4-6702-4418-A78D-8F5A0BD5C760}"/>
              </a:ext>
            </a:extLst>
          </p:cNvPr>
          <p:cNvSpPr>
            <a:spLocks noGrp="1"/>
          </p:cNvSpPr>
          <p:nvPr>
            <p:ph type="hdr" sz="quarter"/>
          </p:nvPr>
        </p:nvSpPr>
        <p:spPr>
          <a:xfrm>
            <a:off x="0" y="0"/>
            <a:ext cx="12922250" cy="2122488"/>
          </a:xfrm>
          <a:prstGeom prst="rect">
            <a:avLst/>
          </a:prstGeom>
        </p:spPr>
        <p:txBody>
          <a:bodyPr vert="horz" lIns="91440" tIns="45720" rIns="91440" bIns="45720" rtlCol="0"/>
          <a:lstStyle>
            <a:lvl1pPr algn="l">
              <a:defRPr sz="1200"/>
            </a:lvl1pPr>
          </a:lstStyle>
          <a:p>
            <a:endParaRPr lang="de-AT"/>
          </a:p>
        </p:txBody>
      </p:sp>
      <p:sp>
        <p:nvSpPr>
          <p:cNvPr id="3" name="Datumsplatzhalter 2">
            <a:extLst>
              <a:ext uri="{FF2B5EF4-FFF2-40B4-BE49-F238E27FC236}">
                <a16:creationId xmlns:a16="http://schemas.microsoft.com/office/drawing/2014/main" id="{D73B31B2-3FFF-4FB8-AB9E-7F61050D2CE8}"/>
              </a:ext>
            </a:extLst>
          </p:cNvPr>
          <p:cNvSpPr>
            <a:spLocks noGrp="1"/>
          </p:cNvSpPr>
          <p:nvPr>
            <p:ph type="dt" sz="quarter" idx="1"/>
          </p:nvPr>
        </p:nvSpPr>
        <p:spPr>
          <a:xfrm>
            <a:off x="16891000" y="0"/>
            <a:ext cx="12922250" cy="2122488"/>
          </a:xfrm>
          <a:prstGeom prst="rect">
            <a:avLst/>
          </a:prstGeom>
        </p:spPr>
        <p:txBody>
          <a:bodyPr vert="horz" lIns="91440" tIns="45720" rIns="91440" bIns="45720" rtlCol="0"/>
          <a:lstStyle>
            <a:lvl1pPr algn="r">
              <a:defRPr sz="1200"/>
            </a:lvl1pPr>
          </a:lstStyle>
          <a:p>
            <a:fld id="{11A94159-9F74-4360-B7E6-F7FDCABCE0DA}" type="datetimeFigureOut">
              <a:rPr lang="de-AT" smtClean="0"/>
              <a:t>10.02.26</a:t>
            </a:fld>
            <a:endParaRPr lang="de-AT"/>
          </a:p>
        </p:txBody>
      </p:sp>
      <p:sp>
        <p:nvSpPr>
          <p:cNvPr id="4" name="Fußzeilenplatzhalter 3">
            <a:extLst>
              <a:ext uri="{FF2B5EF4-FFF2-40B4-BE49-F238E27FC236}">
                <a16:creationId xmlns:a16="http://schemas.microsoft.com/office/drawing/2014/main" id="{7434B2D4-CB08-4B17-8B57-359BC1320962}"/>
              </a:ext>
            </a:extLst>
          </p:cNvPr>
          <p:cNvSpPr>
            <a:spLocks noGrp="1"/>
          </p:cNvSpPr>
          <p:nvPr>
            <p:ph type="ftr" sz="quarter" idx="2"/>
          </p:nvPr>
        </p:nvSpPr>
        <p:spPr>
          <a:xfrm>
            <a:off x="0" y="40219313"/>
            <a:ext cx="12922250" cy="2122487"/>
          </a:xfrm>
          <a:prstGeom prst="rect">
            <a:avLst/>
          </a:prstGeom>
        </p:spPr>
        <p:txBody>
          <a:bodyPr vert="horz" lIns="91440" tIns="45720" rIns="91440" bIns="45720" rtlCol="0" anchor="b"/>
          <a:lstStyle>
            <a:lvl1pPr algn="l">
              <a:defRPr sz="1200"/>
            </a:lvl1pPr>
          </a:lstStyle>
          <a:p>
            <a:endParaRPr lang="de-AT"/>
          </a:p>
        </p:txBody>
      </p:sp>
      <p:sp>
        <p:nvSpPr>
          <p:cNvPr id="5" name="Foliennummernplatzhalter 4">
            <a:extLst>
              <a:ext uri="{FF2B5EF4-FFF2-40B4-BE49-F238E27FC236}">
                <a16:creationId xmlns:a16="http://schemas.microsoft.com/office/drawing/2014/main" id="{0992CF1D-262F-45EB-812C-D485C2DD00FC}"/>
              </a:ext>
            </a:extLst>
          </p:cNvPr>
          <p:cNvSpPr>
            <a:spLocks noGrp="1"/>
          </p:cNvSpPr>
          <p:nvPr>
            <p:ph type="sldNum" sz="quarter" idx="3"/>
          </p:nvPr>
        </p:nvSpPr>
        <p:spPr>
          <a:xfrm>
            <a:off x="16891000" y="40219313"/>
            <a:ext cx="12922250" cy="2122487"/>
          </a:xfrm>
          <a:prstGeom prst="rect">
            <a:avLst/>
          </a:prstGeom>
        </p:spPr>
        <p:txBody>
          <a:bodyPr vert="horz" lIns="91440" tIns="45720" rIns="91440" bIns="45720" rtlCol="0" anchor="b"/>
          <a:lstStyle>
            <a:lvl1pPr algn="r">
              <a:defRPr sz="1200"/>
            </a:lvl1pPr>
          </a:lstStyle>
          <a:p>
            <a:fld id="{1DEF36A9-474F-444C-8D42-419983B75526}" type="slidenum">
              <a:rPr lang="de-AT" smtClean="0"/>
              <a:t>‹#›</a:t>
            </a:fld>
            <a:endParaRPr lang="de-AT"/>
          </a:p>
        </p:txBody>
      </p:sp>
    </p:spTree>
    <p:extLst>
      <p:ext uri="{BB962C8B-B14F-4D97-AF65-F5344CB8AC3E}">
        <p14:creationId xmlns:p14="http://schemas.microsoft.com/office/powerpoint/2010/main" val="3319149851"/>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0-Poster Slide">
    <p:spTree>
      <p:nvGrpSpPr>
        <p:cNvPr id="1" name=""/>
        <p:cNvGrpSpPr/>
        <p:nvPr/>
      </p:nvGrpSpPr>
      <p:grpSpPr>
        <a:xfrm>
          <a:off x="0" y="0"/>
          <a:ext cx="0" cy="0"/>
          <a:chOff x="0" y="0"/>
          <a:chExt cx="0" cy="0"/>
        </a:xfrm>
      </p:grpSpPr>
      <p:cxnSp>
        <p:nvCxnSpPr>
          <p:cNvPr id="4" name="Gerader Verbinder 3">
            <a:extLst>
              <a:ext uri="{FF2B5EF4-FFF2-40B4-BE49-F238E27FC236}">
                <a16:creationId xmlns:a16="http://schemas.microsoft.com/office/drawing/2014/main" id="{0800FEED-F146-45EB-B6A8-7C7929C6515E}"/>
              </a:ext>
            </a:extLst>
          </p:cNvPr>
          <p:cNvCxnSpPr>
            <a:cxnSpLocks/>
          </p:cNvCxnSpPr>
          <p:nvPr userDrawn="1"/>
        </p:nvCxnSpPr>
        <p:spPr>
          <a:xfrm>
            <a:off x="1439862" y="1422400"/>
            <a:ext cx="21394603" cy="0"/>
          </a:xfrm>
          <a:prstGeom prst="line">
            <a:avLst/>
          </a:prstGeom>
          <a:ln w="19050">
            <a:solidFill>
              <a:srgbClr val="B2B3B3"/>
            </a:solidFill>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FDDCA9B9-1C6F-4BAB-A888-B4DE2D0D0E62}"/>
              </a:ext>
            </a:extLst>
          </p:cNvPr>
          <p:cNvSpPr txBox="1">
            <a:spLocks/>
          </p:cNvSpPr>
          <p:nvPr userDrawn="1"/>
        </p:nvSpPr>
        <p:spPr>
          <a:xfrm>
            <a:off x="24109331" y="2376673"/>
            <a:ext cx="4757495" cy="3773944"/>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noProof="0" dirty="0"/>
          </a:p>
        </p:txBody>
      </p:sp>
      <p:pic>
        <p:nvPicPr>
          <p:cNvPr id="30" name="Grafik 29">
            <a:extLst>
              <a:ext uri="{FF2B5EF4-FFF2-40B4-BE49-F238E27FC236}">
                <a16:creationId xmlns:a16="http://schemas.microsoft.com/office/drawing/2014/main" id="{46F491EA-4550-40C6-A3FF-EBFDD5ACD5C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379612" y="2316165"/>
            <a:ext cx="4608000" cy="2885780"/>
          </a:xfrm>
          <a:prstGeom prst="rect">
            <a:avLst/>
          </a:prstGeom>
        </p:spPr>
      </p:pic>
      <p:sp>
        <p:nvSpPr>
          <p:cNvPr id="20" name="Textfeld 19">
            <a:extLst>
              <a:ext uri="{FF2B5EF4-FFF2-40B4-BE49-F238E27FC236}">
                <a16:creationId xmlns:a16="http://schemas.microsoft.com/office/drawing/2014/main" id="{01C06C10-3077-468B-87A9-D6CCBF7A23FF}"/>
              </a:ext>
            </a:extLst>
          </p:cNvPr>
          <p:cNvSpPr txBox="1"/>
          <p:nvPr userDrawn="1"/>
        </p:nvSpPr>
        <p:spPr>
          <a:xfrm>
            <a:off x="1439862" y="955121"/>
            <a:ext cx="21394465" cy="43088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200" b="0" noProof="0" dirty="0">
                <a:solidFill>
                  <a:srgbClr val="B2B3B3"/>
                </a:solidFill>
                <a:latin typeface="Arial" panose="020B0604020202020204" pitchFamily="34" charset="0"/>
                <a:cs typeface="Arial" panose="020B0604020202020204" pitchFamily="34" charset="0"/>
              </a:rPr>
              <a:t>21</a:t>
            </a:r>
            <a:r>
              <a:rPr lang="en-US" sz="2200" b="0" baseline="30000" noProof="0" dirty="0">
                <a:solidFill>
                  <a:srgbClr val="B2B3B3"/>
                </a:solidFill>
                <a:latin typeface="Arial" panose="020B0604020202020204" pitchFamily="34" charset="0"/>
                <a:cs typeface="Arial" panose="020B0604020202020204" pitchFamily="34" charset="0"/>
              </a:rPr>
              <a:t>st</a:t>
            </a:r>
            <a:r>
              <a:rPr lang="en-US" sz="2200" b="0" noProof="0" dirty="0">
                <a:solidFill>
                  <a:srgbClr val="B2B3B3"/>
                </a:solidFill>
                <a:latin typeface="Arial" panose="020B0604020202020204" pitchFamily="34" charset="0"/>
                <a:cs typeface="Arial" panose="020B0604020202020204" pitchFamily="34" charset="0"/>
              </a:rPr>
              <a:t> International Conference on Soil Mechanics and Geotechnical Engineering | Geotechnical Challenges in a Changing Environment | Vienna, Austria, 14 – 19 June 2026 </a:t>
            </a:r>
          </a:p>
        </p:txBody>
      </p:sp>
      <p:grpSp>
        <p:nvGrpSpPr>
          <p:cNvPr id="8" name="Gruppieren 7">
            <a:extLst>
              <a:ext uri="{FF2B5EF4-FFF2-40B4-BE49-F238E27FC236}">
                <a16:creationId xmlns:a16="http://schemas.microsoft.com/office/drawing/2014/main" id="{832ADCFF-6DBF-4CC2-AB96-7326016E7128}"/>
              </a:ext>
            </a:extLst>
          </p:cNvPr>
          <p:cNvGrpSpPr/>
          <p:nvPr userDrawn="1"/>
        </p:nvGrpSpPr>
        <p:grpSpPr>
          <a:xfrm>
            <a:off x="1421606" y="7543800"/>
            <a:ext cx="27432000" cy="57150"/>
            <a:chOff x="1516062" y="7543800"/>
            <a:chExt cx="28080000" cy="57150"/>
          </a:xfrm>
        </p:grpSpPr>
        <p:cxnSp>
          <p:nvCxnSpPr>
            <p:cNvPr id="3" name="Gerader Verbinder 2">
              <a:extLst>
                <a:ext uri="{FF2B5EF4-FFF2-40B4-BE49-F238E27FC236}">
                  <a16:creationId xmlns:a16="http://schemas.microsoft.com/office/drawing/2014/main" id="{B4E97A3C-FCD3-44D6-A64C-6E9D069FD51C}"/>
                </a:ext>
              </a:extLst>
            </p:cNvPr>
            <p:cNvCxnSpPr>
              <a:cxnSpLocks/>
            </p:cNvCxnSpPr>
            <p:nvPr userDrawn="1"/>
          </p:nvCxnSpPr>
          <p:spPr>
            <a:xfrm>
              <a:off x="1516062" y="7543800"/>
              <a:ext cx="28080000" cy="0"/>
            </a:xfrm>
            <a:prstGeom prst="line">
              <a:avLst/>
            </a:prstGeom>
            <a:ln w="38100">
              <a:solidFill>
                <a:srgbClr val="AB2847"/>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F5F3E95E-94C6-48D1-9522-A78A1FB6760B}"/>
                </a:ext>
              </a:extLst>
            </p:cNvPr>
            <p:cNvCxnSpPr>
              <a:cxnSpLocks/>
            </p:cNvCxnSpPr>
            <p:nvPr userDrawn="1"/>
          </p:nvCxnSpPr>
          <p:spPr>
            <a:xfrm>
              <a:off x="1516062" y="7600950"/>
              <a:ext cx="28080000" cy="0"/>
            </a:xfrm>
            <a:prstGeom prst="line">
              <a:avLst/>
            </a:prstGeom>
            <a:ln w="19050">
              <a:solidFill>
                <a:srgbClr val="B2B3B3"/>
              </a:solidFill>
            </a:ln>
          </p:spPr>
          <p:style>
            <a:lnRef idx="1">
              <a:schemeClr val="accent1"/>
            </a:lnRef>
            <a:fillRef idx="0">
              <a:schemeClr val="accent1"/>
            </a:fillRef>
            <a:effectRef idx="0">
              <a:schemeClr val="accent1"/>
            </a:effectRef>
            <a:fontRef idx="minor">
              <a:schemeClr val="tx1"/>
            </a:fontRef>
          </p:style>
        </p:cxnSp>
      </p:grpSp>
      <p:grpSp>
        <p:nvGrpSpPr>
          <p:cNvPr id="26" name="Gruppieren 25">
            <a:extLst>
              <a:ext uri="{FF2B5EF4-FFF2-40B4-BE49-F238E27FC236}">
                <a16:creationId xmlns:a16="http://schemas.microsoft.com/office/drawing/2014/main" id="{75C65096-587B-4618-84F5-28D713CED5EF}"/>
              </a:ext>
            </a:extLst>
          </p:cNvPr>
          <p:cNvGrpSpPr/>
          <p:nvPr userDrawn="1"/>
        </p:nvGrpSpPr>
        <p:grpSpPr>
          <a:xfrm>
            <a:off x="1421606" y="39459400"/>
            <a:ext cx="27432000" cy="57150"/>
            <a:chOff x="1516062" y="7543800"/>
            <a:chExt cx="28080000" cy="57150"/>
          </a:xfrm>
        </p:grpSpPr>
        <p:cxnSp>
          <p:nvCxnSpPr>
            <p:cNvPr id="28" name="Gerader Verbinder 27">
              <a:extLst>
                <a:ext uri="{FF2B5EF4-FFF2-40B4-BE49-F238E27FC236}">
                  <a16:creationId xmlns:a16="http://schemas.microsoft.com/office/drawing/2014/main" id="{CA62F1F3-18B2-49C8-8337-CFBFFBB08EF6}"/>
                </a:ext>
              </a:extLst>
            </p:cNvPr>
            <p:cNvCxnSpPr>
              <a:cxnSpLocks/>
            </p:cNvCxnSpPr>
            <p:nvPr userDrawn="1"/>
          </p:nvCxnSpPr>
          <p:spPr>
            <a:xfrm>
              <a:off x="1516062" y="7543800"/>
              <a:ext cx="28080000" cy="0"/>
            </a:xfrm>
            <a:prstGeom prst="line">
              <a:avLst/>
            </a:prstGeom>
            <a:ln w="38100">
              <a:solidFill>
                <a:srgbClr val="AB2847"/>
              </a:solidFill>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04785418-0599-4F8A-9761-8E9F23269368}"/>
                </a:ext>
              </a:extLst>
            </p:cNvPr>
            <p:cNvCxnSpPr>
              <a:cxnSpLocks/>
            </p:cNvCxnSpPr>
            <p:nvPr userDrawn="1"/>
          </p:nvCxnSpPr>
          <p:spPr>
            <a:xfrm>
              <a:off x="1516062" y="7600950"/>
              <a:ext cx="28080000" cy="0"/>
            </a:xfrm>
            <a:prstGeom prst="line">
              <a:avLst/>
            </a:prstGeom>
            <a:ln w="19050">
              <a:solidFill>
                <a:srgbClr val="B2B3B3"/>
              </a:solidFill>
            </a:ln>
          </p:spPr>
          <p:style>
            <a:lnRef idx="1">
              <a:schemeClr val="accent1"/>
            </a:lnRef>
            <a:fillRef idx="0">
              <a:schemeClr val="accent1"/>
            </a:fillRef>
            <a:effectRef idx="0">
              <a:schemeClr val="accent1"/>
            </a:effectRef>
            <a:fontRef idx="minor">
              <a:schemeClr val="tx1"/>
            </a:fontRef>
          </p:style>
        </p:cxnSp>
      </p:grpSp>
      <p:sp>
        <p:nvSpPr>
          <p:cNvPr id="24" name="Titelplatzhalter 1">
            <a:extLst>
              <a:ext uri="{FF2B5EF4-FFF2-40B4-BE49-F238E27FC236}">
                <a16:creationId xmlns:a16="http://schemas.microsoft.com/office/drawing/2014/main" id="{EC5A7C4A-BB01-4D3C-9349-4DC90085BD66}"/>
              </a:ext>
            </a:extLst>
          </p:cNvPr>
          <p:cNvSpPr txBox="1">
            <a:spLocks/>
          </p:cNvSpPr>
          <p:nvPr userDrawn="1"/>
        </p:nvSpPr>
        <p:spPr>
          <a:xfrm>
            <a:off x="1408387" y="40485788"/>
            <a:ext cx="2633287" cy="10450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noProof="0" dirty="0">
                <a:solidFill>
                  <a:srgbClr val="B2B3B3"/>
                </a:solidFill>
                <a:latin typeface="Arial" panose="020B0604020202020204" pitchFamily="34" charset="0"/>
                <a:cs typeface="Arial" panose="020B0604020202020204" pitchFamily="34" charset="0"/>
              </a:rPr>
              <a:t>Paper ID:</a:t>
            </a:r>
          </a:p>
        </p:txBody>
      </p:sp>
      <p:sp>
        <p:nvSpPr>
          <p:cNvPr id="32" name="Titelplatzhalter 1">
            <a:extLst>
              <a:ext uri="{FF2B5EF4-FFF2-40B4-BE49-F238E27FC236}">
                <a16:creationId xmlns:a16="http://schemas.microsoft.com/office/drawing/2014/main" id="{0628C052-F36A-4F28-84BA-38C498167827}"/>
              </a:ext>
            </a:extLst>
          </p:cNvPr>
          <p:cNvSpPr txBox="1">
            <a:spLocks/>
          </p:cNvSpPr>
          <p:nvPr userDrawn="1"/>
        </p:nvSpPr>
        <p:spPr>
          <a:xfrm>
            <a:off x="20688301" y="39698391"/>
            <a:ext cx="8178525" cy="797757"/>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3200" noProof="0" dirty="0">
                <a:solidFill>
                  <a:srgbClr val="B2B3B3"/>
                </a:solidFill>
                <a:latin typeface="Arial" panose="020B0604020202020204" pitchFamily="34" charset="0"/>
                <a:cs typeface="Arial" panose="020B0604020202020204" pitchFamily="34" charset="0"/>
              </a:rPr>
              <a:t>Contact information for the presenting author:</a:t>
            </a:r>
          </a:p>
        </p:txBody>
      </p:sp>
      <p:pic>
        <p:nvPicPr>
          <p:cNvPr id="22" name="Grafik 21">
            <a:extLst>
              <a:ext uri="{FF2B5EF4-FFF2-40B4-BE49-F238E27FC236}">
                <a16:creationId xmlns:a16="http://schemas.microsoft.com/office/drawing/2014/main" id="{DDE669E6-6E30-4CC8-8DE1-CC3ABF63839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2915406" y="40636050"/>
            <a:ext cx="4090803" cy="855241"/>
          </a:xfrm>
          <a:prstGeom prst="rect">
            <a:avLst/>
          </a:prstGeom>
        </p:spPr>
      </p:pic>
      <p:pic>
        <p:nvPicPr>
          <p:cNvPr id="23" name="Grafik 22">
            <a:extLst>
              <a:ext uri="{FF2B5EF4-FFF2-40B4-BE49-F238E27FC236}">
                <a16:creationId xmlns:a16="http://schemas.microsoft.com/office/drawing/2014/main" id="{AACB7ED7-88BD-471D-ACD8-570D7735B94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8047966" y="40496152"/>
            <a:ext cx="2640335" cy="1078994"/>
          </a:xfrm>
          <a:prstGeom prst="rect">
            <a:avLst/>
          </a:prstGeom>
        </p:spPr>
      </p:pic>
      <p:pic>
        <p:nvPicPr>
          <p:cNvPr id="5" name="Grafik 4">
            <a:extLst>
              <a:ext uri="{FF2B5EF4-FFF2-40B4-BE49-F238E27FC236}">
                <a16:creationId xmlns:a16="http://schemas.microsoft.com/office/drawing/2014/main" id="{E75991F8-ECBF-4038-8C0C-DD1B321A2B55}"/>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375826" y="40011306"/>
            <a:ext cx="2332312" cy="1877164"/>
          </a:xfrm>
          <a:prstGeom prst="rect">
            <a:avLst/>
          </a:prstGeom>
        </p:spPr>
      </p:pic>
    </p:spTree>
    <p:extLst>
      <p:ext uri="{BB962C8B-B14F-4D97-AF65-F5344CB8AC3E}">
        <p14:creationId xmlns:p14="http://schemas.microsoft.com/office/powerpoint/2010/main" val="3307862275"/>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2386115"/>
      </p:ext>
    </p:extLst>
  </p:cSld>
  <p:clrMap bg1="lt1" tx1="dk1" bg2="lt2" tx2="dk2" accent1="accent1" accent2="accent2" accent3="accent3" accent4="accent4" accent5="accent5" accent6="accent6" hlink="hlink" folHlink="folHlink"/>
  <p:sldLayoutIdLst>
    <p:sldLayoutId id="2147483668" r:id="rId1"/>
  </p:sldLayoutIdLst>
  <p:txStyles>
    <p:titleStyle>
      <a:lvl1pPr algn="l" defTabSz="914400" rtl="0" eaLnBrk="1" latinLnBrk="0" hangingPunct="1">
        <a:lnSpc>
          <a:spcPct val="90000"/>
        </a:lnSpc>
        <a:spcBef>
          <a:spcPct val="0"/>
        </a:spcBef>
        <a:buNone/>
        <a:defRPr sz="4800" b="1" kern="1200">
          <a:solidFill>
            <a:srgbClr val="AB2847"/>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D9C447D2-8A93-40EC-8581-95766D8CF9A2}"/>
              </a:ext>
            </a:extLst>
          </p:cNvPr>
          <p:cNvSpPr>
            <a:spLocks noGrp="1"/>
          </p:cNvSpPr>
          <p:nvPr>
            <p:ph type="title" idx="4294967295"/>
          </p:nvPr>
        </p:nvSpPr>
        <p:spPr>
          <a:xfrm>
            <a:off x="1440000" y="1619999"/>
            <a:ext cx="21394465" cy="2161190"/>
          </a:xfrm>
          <a:prstGeom prst="rect">
            <a:avLst/>
          </a:prstGeom>
        </p:spPr>
        <p:txBody>
          <a:bodyPr/>
          <a:lstStyle/>
          <a:p>
            <a:r>
              <a:rPr lang="en-US" noProof="0" dirty="0"/>
              <a:t>Edit title of paper</a:t>
            </a:r>
            <a:br>
              <a:rPr lang="en-US" noProof="0" dirty="0"/>
            </a:br>
            <a:r>
              <a:rPr lang="en-US" noProof="0" dirty="0"/>
              <a:t>(Arial, 44-point size, left aligned (RGB 171/40/71) </a:t>
            </a:r>
            <a:br>
              <a:rPr lang="en-US" noProof="0" dirty="0"/>
            </a:br>
            <a:endParaRPr lang="en-US" noProof="0" dirty="0"/>
          </a:p>
        </p:txBody>
      </p:sp>
      <p:sp>
        <p:nvSpPr>
          <p:cNvPr id="3" name="Textplatzhalter 2">
            <a:extLst>
              <a:ext uri="{FF2B5EF4-FFF2-40B4-BE49-F238E27FC236}">
                <a16:creationId xmlns:a16="http://schemas.microsoft.com/office/drawing/2014/main" id="{51A1C1E6-D99F-455A-B3F0-F5067FB5EEB9}"/>
              </a:ext>
            </a:extLst>
          </p:cNvPr>
          <p:cNvSpPr>
            <a:spLocks noGrp="1"/>
          </p:cNvSpPr>
          <p:nvPr>
            <p:ph type="body" sz="quarter" idx="4294967295"/>
          </p:nvPr>
        </p:nvSpPr>
        <p:spPr>
          <a:xfrm>
            <a:off x="1439863" y="4041094"/>
            <a:ext cx="21394464" cy="1217116"/>
          </a:xfrm>
          <a:prstGeom prst="rect">
            <a:avLst/>
          </a:prstGeom>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Author1</a:t>
            </a:r>
            <a:r>
              <a:rPr kumimoji="0" lang="en-US" sz="32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rPr>
              <a:t>1)</a:t>
            </a:r>
            <a:r>
              <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Author2</a:t>
            </a:r>
            <a:r>
              <a:rPr kumimoji="0" lang="en-US" sz="32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rPr>
              <a:t>2)</a:t>
            </a:r>
            <a:r>
              <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Author3</a:t>
            </a:r>
            <a:r>
              <a:rPr kumimoji="0" lang="en-US" sz="32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rPr>
              <a:t>3)</a:t>
            </a:r>
            <a:r>
              <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(Arial, 32-point size, left aligned, black) Please do not include academic degrees (e.g., Prof., Dr.) or abbreviate names. Indicate the presenting author in bold.</a:t>
            </a:r>
          </a:p>
          <a:p>
            <a:endParaRPr lang="en-US" noProof="0" dirty="0"/>
          </a:p>
        </p:txBody>
      </p:sp>
      <p:sp>
        <p:nvSpPr>
          <p:cNvPr id="18" name="Textplatzhalter 17">
            <a:extLst>
              <a:ext uri="{FF2B5EF4-FFF2-40B4-BE49-F238E27FC236}">
                <a16:creationId xmlns:a16="http://schemas.microsoft.com/office/drawing/2014/main" id="{6609AB20-2826-4F1C-A382-6602F6E1E6E5}"/>
              </a:ext>
            </a:extLst>
          </p:cNvPr>
          <p:cNvSpPr>
            <a:spLocks noGrp="1"/>
          </p:cNvSpPr>
          <p:nvPr>
            <p:ph type="body" sz="quarter" idx="4294967295"/>
          </p:nvPr>
        </p:nvSpPr>
        <p:spPr>
          <a:xfrm>
            <a:off x="1439863" y="5424945"/>
            <a:ext cx="21394464" cy="1660304"/>
          </a:xfrm>
          <a:prstGeom prst="rect">
            <a:avLst/>
          </a:prstGeom>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30000" noProof="0" dirty="0">
                <a:ln>
                  <a:noFill/>
                </a:ln>
                <a:solidFill>
                  <a:srgbClr val="808080"/>
                </a:solidFill>
                <a:effectLst/>
                <a:uLnTx/>
                <a:uFillTx/>
                <a:latin typeface="Arial" panose="020B0604020202020204" pitchFamily="34" charset="0"/>
                <a:ea typeface="+mn-ea"/>
                <a:cs typeface="Arial" panose="020B0604020202020204" pitchFamily="34" charset="0"/>
              </a:rPr>
              <a:t>1)</a:t>
            </a:r>
            <a:r>
              <a:rPr kumimoji="0" lang="en-US" sz="2400" b="0" i="0" u="none" strike="noStrike" kern="1200" cap="none" spc="0" normalizeH="0" baseline="0" noProof="0" dirty="0">
                <a:ln>
                  <a:noFill/>
                </a:ln>
                <a:solidFill>
                  <a:srgbClr val="808080"/>
                </a:solidFill>
                <a:effectLst/>
                <a:uLnTx/>
                <a:uFillTx/>
                <a:latin typeface="Arial" panose="020B0604020202020204" pitchFamily="34" charset="0"/>
                <a:ea typeface="+mn-ea"/>
                <a:cs typeface="Arial" panose="020B0604020202020204" pitchFamily="34" charset="0"/>
              </a:rPr>
              <a:t> AffiliationAuthor1, CountryAuthor1 (Arial, 24-point size, left aligned, grey)</a:t>
            </a:r>
            <a:br>
              <a:rPr kumimoji="0" lang="en-US" sz="2400" b="0" i="0" u="none" strike="noStrike" kern="1200" cap="none" spc="0" normalizeH="0" baseline="0" noProof="0" dirty="0">
                <a:ln>
                  <a:noFill/>
                </a:ln>
                <a:solidFill>
                  <a:srgbClr val="808080"/>
                </a:solidFill>
                <a:effectLst/>
                <a:uLnTx/>
                <a:uFillTx/>
                <a:latin typeface="Arial" panose="020B0604020202020204" pitchFamily="34" charset="0"/>
                <a:ea typeface="+mn-ea"/>
                <a:cs typeface="Arial" panose="020B0604020202020204" pitchFamily="34" charset="0"/>
              </a:rPr>
            </a:br>
            <a:r>
              <a:rPr kumimoji="0" lang="en-US" sz="2400" b="0" i="0" u="none" strike="noStrike" kern="1200" cap="none" spc="0" normalizeH="0" baseline="30000" noProof="0" dirty="0">
                <a:ln>
                  <a:noFill/>
                </a:ln>
                <a:solidFill>
                  <a:srgbClr val="808080"/>
                </a:solidFill>
                <a:effectLst/>
                <a:uLnTx/>
                <a:uFillTx/>
                <a:latin typeface="Arial" panose="020B0604020202020204" pitchFamily="34" charset="0"/>
                <a:ea typeface="+mn-ea"/>
                <a:cs typeface="Arial" panose="020B0604020202020204" pitchFamily="34" charset="0"/>
              </a:rPr>
              <a:t>2)</a:t>
            </a:r>
            <a:r>
              <a:rPr kumimoji="0" lang="en-US" sz="2400" b="0" i="0" u="none" strike="noStrike" kern="1200" cap="none" spc="0" normalizeH="0" baseline="0" noProof="0" dirty="0">
                <a:ln>
                  <a:noFill/>
                </a:ln>
                <a:solidFill>
                  <a:srgbClr val="808080"/>
                </a:solidFill>
                <a:effectLst/>
                <a:uLnTx/>
                <a:uFillTx/>
                <a:latin typeface="Arial" panose="020B0604020202020204" pitchFamily="34" charset="0"/>
                <a:ea typeface="+mn-ea"/>
                <a:cs typeface="Arial" panose="020B0604020202020204" pitchFamily="34" charset="0"/>
              </a:rPr>
              <a:t> AffiliationAuthor2, CountryAuthor2</a:t>
            </a:r>
          </a:p>
        </p:txBody>
      </p:sp>
      <p:sp>
        <p:nvSpPr>
          <p:cNvPr id="17" name="Inhaltsplatzhalter 7">
            <a:extLst>
              <a:ext uri="{FF2B5EF4-FFF2-40B4-BE49-F238E27FC236}">
                <a16:creationId xmlns:a16="http://schemas.microsoft.com/office/drawing/2014/main" id="{DD5B7D25-776A-4F95-9662-1F9ECDAD0355}"/>
              </a:ext>
            </a:extLst>
          </p:cNvPr>
          <p:cNvSpPr txBox="1">
            <a:spLocks/>
          </p:cNvSpPr>
          <p:nvPr/>
        </p:nvSpPr>
        <p:spPr>
          <a:xfrm>
            <a:off x="1433239" y="7939674"/>
            <a:ext cx="27395487" cy="31082900"/>
          </a:xfrm>
          <a:prstGeom prst="rect">
            <a:avLst/>
          </a:prstGeom>
        </p:spPr>
        <p:txBody>
          <a:bodyPr numCol="3" spcCol="457200">
            <a:normAutofit/>
          </a:bodyPr>
          <a:lstStyle>
            <a:lvl1pPr marL="0" indent="0" algn="l" defTabSz="914400" rtl="0" eaLnBrk="1" latinLnBrk="0" hangingPunct="1">
              <a:lnSpc>
                <a:spcPct val="90000"/>
              </a:lnSpc>
              <a:spcBef>
                <a:spcPts val="1000"/>
              </a:spcBef>
              <a:buFont typeface="Arial" panose="020B0604020202020204" pitchFamily="34" charset="0"/>
              <a:buNone/>
              <a:defRPr sz="3200" kern="1200">
                <a:solidFill>
                  <a:schemeClr val="tx1"/>
                </a:solidFill>
                <a:latin typeface="Arial" panose="020B0604020202020204" pitchFamily="34" charset="0"/>
                <a:ea typeface="+mn-ea"/>
                <a:cs typeface="Arial" panose="020B0604020202020204" pitchFamily="34" charset="0"/>
              </a:defRPr>
            </a:lvl1pPr>
            <a:lvl2pPr marL="1513743" indent="0" algn="l" defTabSz="914400" rtl="0" eaLnBrk="1" latinLnBrk="0" hangingPunct="1">
              <a:lnSpc>
                <a:spcPct val="90000"/>
              </a:lnSpc>
              <a:spcBef>
                <a:spcPts val="500"/>
              </a:spcBef>
              <a:buFont typeface="Arial" panose="020B0604020202020204" pitchFamily="34" charset="0"/>
              <a:buNone/>
              <a:defRPr sz="3200" kern="1200">
                <a:solidFill>
                  <a:schemeClr val="tx1"/>
                </a:solidFill>
                <a:latin typeface="Arial" panose="020B0604020202020204" pitchFamily="34" charset="0"/>
                <a:ea typeface="+mn-ea"/>
                <a:cs typeface="Arial" panose="020B0604020202020204" pitchFamily="34" charset="0"/>
              </a:defRPr>
            </a:lvl2pPr>
            <a:lvl3pPr marL="3027487" indent="0" algn="l" defTabSz="914400" rtl="0" eaLnBrk="1" latinLnBrk="0" hangingPunct="1">
              <a:lnSpc>
                <a:spcPct val="90000"/>
              </a:lnSpc>
              <a:spcBef>
                <a:spcPts val="500"/>
              </a:spcBef>
              <a:buFont typeface="Arial" panose="020B0604020202020204" pitchFamily="34" charset="0"/>
              <a:buNone/>
              <a:defRPr sz="3200" kern="1200">
                <a:solidFill>
                  <a:schemeClr val="tx1"/>
                </a:solidFill>
                <a:latin typeface="Arial" panose="020B0604020202020204" pitchFamily="34" charset="0"/>
                <a:ea typeface="+mn-ea"/>
                <a:cs typeface="Arial" panose="020B0604020202020204" pitchFamily="34" charset="0"/>
              </a:defRPr>
            </a:lvl3pPr>
            <a:lvl4pPr marL="4541230" indent="0" algn="l" defTabSz="914400" rtl="0" eaLnBrk="1" latinLnBrk="0" hangingPunct="1">
              <a:lnSpc>
                <a:spcPct val="90000"/>
              </a:lnSpc>
              <a:spcBef>
                <a:spcPts val="500"/>
              </a:spcBef>
              <a:buFont typeface="Arial" panose="020B0604020202020204" pitchFamily="34" charset="0"/>
              <a:buNone/>
              <a:defRPr sz="3200" kern="1200">
                <a:solidFill>
                  <a:schemeClr val="tx1"/>
                </a:solidFill>
                <a:latin typeface="Arial" panose="020B0604020202020204" pitchFamily="34" charset="0"/>
                <a:ea typeface="+mn-ea"/>
                <a:cs typeface="Arial" panose="020B0604020202020204" pitchFamily="34" charset="0"/>
              </a:defRPr>
            </a:lvl4pPr>
            <a:lvl5pPr marL="6054974" indent="0" algn="l" defTabSz="914400" rtl="0" eaLnBrk="1" latinLnBrk="0" hangingPunct="1">
              <a:lnSpc>
                <a:spcPct val="90000"/>
              </a:lnSpc>
              <a:spcBef>
                <a:spcPts val="500"/>
              </a:spcBef>
              <a:buFont typeface="Arial" panose="020B0604020202020204" pitchFamily="34" charset="0"/>
              <a:buNone/>
              <a:defRPr sz="32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2400"/>
              </a:spcBef>
              <a:spcAft>
                <a:spcPts val="2400"/>
              </a:spcAft>
              <a:buClrTx/>
              <a:buSzTx/>
              <a:buFont typeface="Arial" panose="020B0604020202020204" pitchFamily="34" charset="0"/>
              <a:buNone/>
              <a:tabLst/>
              <a:defRPr/>
            </a:pPr>
            <a:r>
              <a:rPr kumimoji="0" lang="en-US" sz="3600" b="0" i="0" u="none" strike="noStrike" kern="0" cap="none" spc="0" normalizeH="0" baseline="0" noProof="0" dirty="0">
                <a:ln>
                  <a:noFill/>
                </a:ln>
                <a:solidFill>
                  <a:srgbClr val="AB2847"/>
                </a:solidFill>
                <a:effectLst/>
                <a:uLnTx/>
                <a:uFillTx/>
                <a:latin typeface="Arial" panose="020B0604020202020204" pitchFamily="34" charset="0"/>
                <a:ea typeface="+mn-ea"/>
                <a:cs typeface="Arial" panose="020B0604020202020204" pitchFamily="34" charset="0"/>
              </a:rPr>
              <a:t>Heading (Arial, 36-point size, justified alignment, RGB 171|40|71)</a:t>
            </a: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 body text must be in Arial, 32-point font, with justified alignment and black color. The first paragraph is not indented. The second and subsequent paragraphs should be indented 10 mm. Do not use blank lines between paragraphs or between the body text and headings. </a:t>
            </a: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br>
              <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br>
            <a:endPar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Figure 1. Center the figures. Place the figure captions below. Use a 24-point font size and justified alignment. Separate the caption text from the numbering with a period. End the caption text with a period.</a:t>
            </a:r>
            <a:endParaRPr kumimoji="0" lang="en-US" sz="24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br>
              <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br>
            <a:r>
              <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All elements (e.g., paragraphs, tables, and figures) within the three columns of body text must fit exactly within the 245.2 mm type area of each column. Use just one level for headings. Otherwise, you will lose too much space.</a:t>
            </a:r>
          </a:p>
          <a:p>
            <a:pPr marL="0" marR="0" lvl="0" indent="396875"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All text within figures must be in English and, for readability, at least 24-point font. Figures, photographs, graphs, etc., can be in color. To ensure good print quality, provide figures with a resolution of at least 300 dpi. Vector graphics (*.eps, *.</a:t>
            </a:r>
            <a:r>
              <a:rPr kumimoji="0" lang="en-US" sz="3200" b="0" i="0" u="none" strike="noStrike" kern="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svg</a:t>
            </a:r>
            <a:r>
              <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or *.pdf) are preferred. Please use SI units for all elements.</a:t>
            </a:r>
          </a:p>
          <a:p>
            <a:pPr marL="0" marR="0" lvl="0" indent="396875"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Text within tables must be in English and with respect to readability at least 24 points font size. Avoid the use of vertical lines or double lines. Use SI units and keep tables as simple as possible to avoid visual discomfort. Indicate the meaning of abbreviations if used.</a:t>
            </a:r>
          </a:p>
          <a:p>
            <a:pPr marL="0" marR="0" lvl="0" indent="45720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References should follow the Harvard Referencing Style with the specifications defined by the Anglia Ruskin University (ARU Library, 2015). </a:t>
            </a:r>
          </a:p>
          <a:p>
            <a:pPr marL="0" marR="0" lvl="0" indent="45720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In the following, examples are given for frequently used types of literature:</a:t>
            </a:r>
          </a:p>
          <a:p>
            <a:pPr marL="457200" marR="0" lvl="0" indent="-4572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Journal articles (print version)</a:t>
            </a:r>
            <a:br>
              <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br>
            <a:r>
              <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Last name, first name initials., Year. Title of article. </a:t>
            </a:r>
            <a:r>
              <a:rPr kumimoji="0" lang="en-US" sz="32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Full</a:t>
            </a:r>
            <a:r>
              <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32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Journal title,</a:t>
            </a:r>
            <a:r>
              <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Volume number (Issue/Part number), page number(s).</a:t>
            </a:r>
          </a:p>
          <a:p>
            <a:pPr marL="457200" marR="0" lvl="0" indent="-4572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Conference paper </a:t>
            </a:r>
            <a:br>
              <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br>
            <a:r>
              <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Last name, first name initials., Year. Full title of conference paper. In: editor or name of organization, </a:t>
            </a:r>
            <a:r>
              <a:rPr kumimoji="0" lang="en-US" sz="32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Full title of conference.</a:t>
            </a:r>
            <a:r>
              <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Location, Date. Place of publication: Publisher.</a:t>
            </a:r>
          </a:p>
          <a:p>
            <a:pPr marL="457200" marR="0" lvl="0" indent="-4572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Books with one author</a:t>
            </a:r>
            <a:br>
              <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br>
            <a:r>
              <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Last name, first name initials. Year. </a:t>
            </a:r>
            <a:r>
              <a:rPr kumimoji="0" lang="en-US" sz="32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Book title.</a:t>
            </a:r>
            <a:r>
              <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Edition. (only include this if not the first edition) Place of publication: Publisher.</a:t>
            </a:r>
          </a:p>
          <a:p>
            <a:pPr marL="457200" marR="0" lvl="0" indent="-4572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457200" marR="0" lvl="0" indent="-4572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Standards: </a:t>
            </a:r>
            <a:br>
              <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br>
            <a:r>
              <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Corporate author, Year of Publication. </a:t>
            </a:r>
            <a:r>
              <a:rPr kumimoji="0" lang="en-US" sz="32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Identifying letters and numbers and full title of Standard.</a:t>
            </a:r>
            <a:r>
              <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Place of publication: Publisher.</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More examples are given in the list of references at the end of this template.</a:t>
            </a:r>
            <a:endPar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45720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In the text, place the authors’ last names (without initials) and the date of publication in parentheses (Terzaghi, 1925; Asadzadeh &amp; Soroush 2017; Been et al. 1991).</a:t>
            </a:r>
          </a:p>
          <a:p>
            <a:pPr marL="0" marR="0" lvl="0" indent="45720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For a direct reference only place the date of publication in parenthesis. Example: … as mentioned in Terzaghi (1925). If you wish, you may also want to include the pages to which you are referring. For example: …. Terzaghi (1925, pp. 34–35) states that […]. </a:t>
            </a:r>
          </a:p>
          <a:p>
            <a:pPr marL="0" marR="0" lvl="0" indent="0" algn="just" defTabSz="914400" rtl="0" eaLnBrk="1" fontAlgn="auto" latinLnBrk="0" hangingPunct="1">
              <a:lnSpc>
                <a:spcPct val="100000"/>
              </a:lnSpc>
              <a:spcBef>
                <a:spcPts val="24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Table 1. Center the table. Place the table caption above the table. Use a font size of 24 points with justified alignment. Separate the caption text from the numbering with a period. End the caption with a period.</a:t>
            </a:r>
          </a:p>
          <a:p>
            <a:pPr marL="0" marR="0" lvl="0" indent="0" algn="just" defTabSz="914400" rtl="0" eaLnBrk="1" fontAlgn="auto" latinLnBrk="0" hangingPunct="1">
              <a:lnSpc>
                <a:spcPct val="100000"/>
              </a:lnSpc>
              <a:spcBef>
                <a:spcPts val="2400"/>
              </a:spcBef>
              <a:spcAft>
                <a:spcPts val="0"/>
              </a:spcAft>
              <a:buClrTx/>
              <a:buSzTx/>
              <a:buFont typeface="Arial" panose="020B0604020202020204" pitchFamily="34" charset="0"/>
              <a:buNone/>
              <a:tabLst/>
              <a:defRPr/>
            </a:pPr>
            <a:endPar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2400"/>
              </a:spcBef>
              <a:spcAft>
                <a:spcPts val="0"/>
              </a:spcAft>
              <a:buClrTx/>
              <a:buSzTx/>
              <a:buFont typeface="Arial" panose="020B0604020202020204" pitchFamily="34" charset="0"/>
              <a:buNone/>
              <a:tabLst/>
              <a:defRPr/>
            </a:pPr>
            <a:endPar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2400"/>
              </a:spcBef>
              <a:spcAft>
                <a:spcPts val="0"/>
              </a:spcAft>
              <a:buClrTx/>
              <a:buSzTx/>
              <a:buFont typeface="Arial" panose="020B0604020202020204" pitchFamily="34" charset="0"/>
              <a:buNone/>
              <a:tabLst/>
              <a:defRPr/>
            </a:pPr>
            <a:endPar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2400"/>
              </a:spcBef>
              <a:spcAft>
                <a:spcPts val="0"/>
              </a:spcAft>
              <a:buClrTx/>
              <a:buSzTx/>
              <a:buFont typeface="Arial" panose="020B0604020202020204" pitchFamily="34" charset="0"/>
              <a:buNone/>
              <a:tabLst/>
              <a:defRPr/>
            </a:pPr>
            <a:endPar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2400"/>
              </a:spcBef>
              <a:spcAft>
                <a:spcPts val="0"/>
              </a:spcAft>
              <a:buClrTx/>
              <a:buSzTx/>
              <a:buFont typeface="Arial" panose="020B0604020202020204" pitchFamily="34" charset="0"/>
              <a:buNone/>
              <a:tabLst/>
              <a:defRPr/>
            </a:pPr>
            <a:endPar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2400"/>
              </a:spcBef>
              <a:spcAft>
                <a:spcPts val="0"/>
              </a:spcAft>
              <a:buClrTx/>
              <a:buSzTx/>
              <a:buFont typeface="Arial" panose="020B0604020202020204" pitchFamily="34" charset="0"/>
              <a:buNone/>
              <a:tabLst/>
              <a:defRPr/>
            </a:pPr>
            <a:endPar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2400"/>
              </a:spcBef>
              <a:spcAft>
                <a:spcPts val="0"/>
              </a:spcAft>
              <a:buClrTx/>
              <a:buSzTx/>
              <a:buFont typeface="Arial" panose="020B0604020202020204" pitchFamily="34" charset="0"/>
              <a:buNone/>
              <a:tabLst/>
              <a:defRPr/>
            </a:pPr>
            <a:endPar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2400"/>
              </a:spcBef>
              <a:spcAft>
                <a:spcPts val="0"/>
              </a:spcAft>
              <a:buClrTx/>
              <a:buSzTx/>
              <a:buFont typeface="Arial" panose="020B0604020202020204" pitchFamily="34" charset="0"/>
              <a:buNone/>
              <a:tabLst/>
              <a:defRPr/>
            </a:pPr>
            <a:r>
              <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the end of the paper, list all references in alphabetical order below the heading “References”. </a:t>
            </a:r>
            <a:r>
              <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Please make sure you have listed all references used in the poster and do not list a reference that you did not use. </a:t>
            </a:r>
          </a:p>
          <a:p>
            <a:pPr marL="0" marR="0" lvl="0" indent="45720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Equations are embedded as Microsoft equation editor objects: </a:t>
            </a:r>
          </a:p>
          <a:p>
            <a:pPr marL="0" marR="0" lvl="0" indent="45720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45720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45720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To the right of the equation, the equation number must be placed in parentheses. Define the symbols used in the equation in the paragraph before or after the equation. Avoid too long equations, rather refer to your ISCMGE 2026 paper.</a:t>
            </a:r>
          </a:p>
          <a:p>
            <a:pPr marL="0" marR="0" lvl="0" indent="45720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Lorem ipsum dolor sit </a:t>
            </a:r>
            <a:r>
              <a:rPr kumimoji="0" lang="en-US" sz="3200" b="0" i="0" u="none" strike="noStrike" kern="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amet</a:t>
            </a:r>
            <a:r>
              <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3200" b="0" i="0" u="none" strike="noStrike" kern="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consetetur</a:t>
            </a:r>
            <a:r>
              <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3200" b="0" i="0" u="none" strike="noStrike" kern="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sadipscing</a:t>
            </a:r>
            <a:r>
              <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3200" b="0" i="0" u="none" strike="noStrike" kern="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elitr</a:t>
            </a:r>
            <a:r>
              <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sed diam </a:t>
            </a:r>
            <a:r>
              <a:rPr kumimoji="0" lang="en-US" sz="3200" b="0" i="0" u="none" strike="noStrike" kern="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nonumy</a:t>
            </a:r>
            <a:r>
              <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3200" b="0" i="0" u="none" strike="noStrike" kern="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eirmod</a:t>
            </a:r>
            <a:r>
              <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3200" b="0" i="0" u="none" strike="noStrike" kern="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tempor</a:t>
            </a:r>
            <a:r>
              <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3200" b="0" i="0" u="none" strike="noStrike" kern="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invidunt</a:t>
            </a:r>
            <a:r>
              <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3200" b="0" i="0" u="none" strike="noStrike" kern="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ut</a:t>
            </a:r>
            <a:r>
              <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labore et dolore magna </a:t>
            </a:r>
            <a:r>
              <a:rPr kumimoji="0" lang="en-US" sz="3200" b="0" i="0" u="none" strike="noStrike" kern="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aliquyam</a:t>
            </a:r>
            <a:r>
              <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3200" b="0" i="0" u="none" strike="noStrike" kern="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erat</a:t>
            </a:r>
            <a:r>
              <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sed diam </a:t>
            </a:r>
            <a:r>
              <a:rPr kumimoji="0" lang="en-US" sz="3200" b="0" i="0" u="none" strike="noStrike" kern="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voluptua</a:t>
            </a:r>
            <a:r>
              <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Lorem ipsum dolor sit </a:t>
            </a:r>
            <a:r>
              <a:rPr kumimoji="0" lang="en-US" sz="3200" b="0" i="0" u="none" strike="noStrike" kern="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amet</a:t>
            </a:r>
            <a:r>
              <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3200" b="0" i="0" u="none" strike="noStrike" kern="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consetetur</a:t>
            </a:r>
            <a:r>
              <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3200" b="0" i="0" u="none" strike="noStrike" kern="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sadipscing</a:t>
            </a:r>
            <a:r>
              <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3200" b="0" i="0" u="none" strike="noStrike" kern="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elitr</a:t>
            </a:r>
            <a:r>
              <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sed diam </a:t>
            </a:r>
            <a:r>
              <a:rPr kumimoji="0" lang="en-US" sz="3200" b="0" i="0" u="none" strike="noStrike" kern="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nonumy</a:t>
            </a:r>
            <a:r>
              <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3200" b="0" i="0" u="none" strike="noStrike" kern="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eirmod</a:t>
            </a:r>
            <a:r>
              <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t>
            </a:r>
            <a:r>
              <a:rPr kumimoji="0" lang="en-US" sz="3200" b="0" i="0" u="none" strike="noStrike" kern="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vero</a:t>
            </a:r>
            <a:r>
              <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3200" b="0" i="0" u="none" strike="noStrike" kern="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eos</a:t>
            </a:r>
            <a:r>
              <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et </a:t>
            </a:r>
            <a:r>
              <a:rPr kumimoji="0" lang="en-US" sz="3200" b="0" i="0" u="none" strike="noStrike" kern="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accusam</a:t>
            </a:r>
            <a:r>
              <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et </a:t>
            </a:r>
            <a:r>
              <a:rPr kumimoji="0" lang="en-US" sz="3200" b="0" i="0" u="none" strike="noStrike" kern="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justo</a:t>
            </a:r>
            <a:r>
              <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duo </a:t>
            </a:r>
            <a:r>
              <a:rPr kumimoji="0" lang="en-US" sz="3200" b="0" i="0" u="none" strike="noStrike" kern="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dolores</a:t>
            </a:r>
            <a:r>
              <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et </a:t>
            </a:r>
            <a:r>
              <a:rPr kumimoji="0" lang="en-US" sz="3200" b="0" i="0" u="none" strike="noStrike" kern="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ea</a:t>
            </a:r>
            <a:r>
              <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3200" b="0" i="0" u="none" strike="noStrike" kern="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rebum</a:t>
            </a:r>
            <a:r>
              <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Stet </a:t>
            </a:r>
            <a:r>
              <a:rPr kumimoji="0" lang="en-US" sz="3200" b="0" i="0" u="none" strike="noStrike" kern="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clita</a:t>
            </a:r>
            <a:r>
              <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3200" b="0" i="0" u="none" strike="noStrike" kern="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kasd</a:t>
            </a:r>
            <a:r>
              <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3200" b="0" i="0" u="none" strike="noStrike" kern="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gubergren</a:t>
            </a:r>
            <a:r>
              <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no sea </a:t>
            </a:r>
            <a:r>
              <a:rPr kumimoji="0" lang="en-US" sz="3200" b="0" i="0" u="none" strike="noStrike" kern="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takimata</a:t>
            </a:r>
            <a:r>
              <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3200" b="0" i="0" u="none" strike="noStrike" kern="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sanctus</a:t>
            </a:r>
            <a:r>
              <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est Lorem ipsum dolor sit </a:t>
            </a:r>
            <a:r>
              <a:rPr kumimoji="0" lang="en-US" sz="3200" b="0" i="0" u="none" strike="noStrike" kern="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amet</a:t>
            </a:r>
            <a:r>
              <a:rPr lang="en-US" kern="0" noProof="0" dirty="0">
                <a:solidFill>
                  <a:prstClr val="black"/>
                </a:solidFill>
              </a:rPr>
              <a:t>.</a:t>
            </a:r>
          </a:p>
          <a:p>
            <a:pPr marL="0" marR="0" lvl="0" indent="45720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2400"/>
              </a:spcBef>
              <a:spcAft>
                <a:spcPts val="2400"/>
              </a:spcAft>
              <a:buClrTx/>
              <a:buSzTx/>
              <a:buFont typeface="Arial" panose="020B0604020202020204" pitchFamily="34" charset="0"/>
              <a:buNone/>
              <a:tabLst/>
              <a:defRPr/>
            </a:pPr>
            <a:r>
              <a:rPr kumimoji="0" lang="en-US" sz="3600" b="0" i="0" u="none" strike="noStrike" kern="0" cap="none" spc="0" normalizeH="0" baseline="0" noProof="0" dirty="0">
                <a:ln>
                  <a:noFill/>
                </a:ln>
                <a:solidFill>
                  <a:srgbClr val="AB2847"/>
                </a:solidFill>
                <a:effectLst/>
                <a:uLnTx/>
                <a:uFillTx/>
                <a:latin typeface="Arial" panose="020B0604020202020204" pitchFamily="34" charset="0"/>
                <a:ea typeface="+mn-ea"/>
                <a:cs typeface="Arial" panose="020B0604020202020204" pitchFamily="34" charset="0"/>
              </a:rPr>
              <a:t>Paper ID</a:t>
            </a: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Important: Be sure to include your Paper ID in the designated field in the bottom left corner.</a:t>
            </a: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3600" b="0" i="0" u="none" strike="noStrike" kern="0" cap="none" spc="0" normalizeH="0" baseline="0" noProof="0" dirty="0">
              <a:ln>
                <a:noFill/>
              </a:ln>
              <a:solidFill>
                <a:srgbClr val="AB2847"/>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2400"/>
              </a:spcBef>
              <a:spcAft>
                <a:spcPts val="2400"/>
              </a:spcAft>
              <a:buClrTx/>
              <a:buSzTx/>
              <a:buFont typeface="Arial" panose="020B0604020202020204" pitchFamily="34" charset="0"/>
              <a:buNone/>
              <a:tabLst/>
              <a:defRPr/>
            </a:pPr>
            <a:r>
              <a:rPr kumimoji="0" lang="en-US" sz="3600" b="0" i="0" u="none" strike="noStrike" kern="0" cap="none" spc="0" normalizeH="0" baseline="0" noProof="0" dirty="0">
                <a:ln>
                  <a:noFill/>
                </a:ln>
                <a:solidFill>
                  <a:srgbClr val="AB2847"/>
                </a:solidFill>
                <a:effectLst/>
                <a:uLnTx/>
                <a:uFillTx/>
                <a:latin typeface="Arial" panose="020B0604020202020204" pitchFamily="34" charset="0"/>
                <a:ea typeface="+mn-ea"/>
                <a:cs typeface="Arial" panose="020B0604020202020204" pitchFamily="34" charset="0"/>
              </a:rPr>
              <a:t>Acknowledgements</a:t>
            </a: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32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This section is optional. Only use it if you want to thank people who helped you with ideas, technical assistance, data, materials, or financing.</a:t>
            </a:r>
          </a:p>
          <a:p>
            <a:pPr marL="0" marR="0" lvl="0" indent="0" algn="just" defTabSz="914400" rtl="0" eaLnBrk="1" fontAlgn="auto" latinLnBrk="0" hangingPunct="1">
              <a:lnSpc>
                <a:spcPct val="100000"/>
              </a:lnSpc>
              <a:spcBef>
                <a:spcPts val="2400"/>
              </a:spcBef>
              <a:spcAft>
                <a:spcPts val="2400"/>
              </a:spcAft>
              <a:buClrTx/>
              <a:buSzTx/>
              <a:buFont typeface="Arial" panose="020B0604020202020204" pitchFamily="34" charset="0"/>
              <a:buNone/>
              <a:tabLst/>
              <a:defRPr/>
            </a:pPr>
            <a:r>
              <a:rPr kumimoji="0" lang="en-US" sz="3600" b="0" i="0" u="none" strike="noStrike" kern="0" cap="none" spc="0" normalizeH="0" baseline="0" noProof="0" dirty="0">
                <a:ln>
                  <a:noFill/>
                </a:ln>
                <a:solidFill>
                  <a:srgbClr val="AB2847"/>
                </a:solidFill>
                <a:effectLst/>
                <a:uLnTx/>
                <a:uFillTx/>
                <a:latin typeface="Arial" panose="020B0604020202020204" pitchFamily="34" charset="0"/>
                <a:ea typeface="+mn-ea"/>
                <a:cs typeface="Arial" panose="020B0604020202020204" pitchFamily="34" charset="0"/>
              </a:rPr>
              <a:t>References</a:t>
            </a:r>
          </a:p>
          <a:p>
            <a:pPr marL="711200" marR="0" lvl="0" indent="-71120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Asadzadeh, M., and Soroush, A. 2017. Macro- and micromechanical evaluation of cyclic simple shear test by discrete element method. </a:t>
            </a:r>
            <a:r>
              <a:rPr kumimoji="0" lang="en-US" sz="2800" b="0" i="1"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Particuology</a:t>
            </a:r>
            <a:r>
              <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31, 129-139.</a:t>
            </a:r>
          </a:p>
          <a:p>
            <a:pPr marL="711200" marR="0" lvl="0" indent="-71120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Been, K., Jefferies, M., and Hachey, J. 1991. The critical state of sands. </a:t>
            </a:r>
            <a:r>
              <a:rPr kumimoji="0" lang="en-US" sz="2800" b="0" i="1"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Geotechnique</a:t>
            </a:r>
            <a:r>
              <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41(3), 365-381.</a:t>
            </a:r>
          </a:p>
          <a:p>
            <a:pPr marL="711200" marR="0" lvl="0" indent="-71120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Terzaghi, K. 1925. </a:t>
            </a:r>
            <a:r>
              <a:rPr kumimoji="0" lang="en-US" sz="2800" b="0" i="1"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Erdbaumechanik</a:t>
            </a:r>
            <a:r>
              <a:rPr kumimoji="0" lang="en-US" sz="28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auf </a:t>
            </a:r>
            <a:r>
              <a:rPr kumimoji="0" lang="en-US" sz="2800" b="0" i="1"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bodenphysikalischer</a:t>
            </a:r>
            <a:r>
              <a:rPr kumimoji="0" lang="en-US" sz="28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2800" b="0" i="1"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Grundlage</a:t>
            </a:r>
            <a:r>
              <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Deuticke</a:t>
            </a:r>
            <a:r>
              <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p>
          <a:p>
            <a:pPr marL="711200" marR="0" lvl="0" indent="-71120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Yan, W.M., and Zhang, L. 2013. Fabric and critical state of granular materials. </a:t>
            </a:r>
            <a:r>
              <a:rPr kumimoji="0" lang="en-US" sz="28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Proc. 18th International Conference on Soil Mechanics and Geotechnical Engineering</a:t>
            </a:r>
            <a:r>
              <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Paris, 457-460.</a:t>
            </a:r>
          </a:p>
          <a:p>
            <a:pPr marL="711200" marR="0" lvl="0" indent="-71120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European </a:t>
            </a:r>
            <a:r>
              <a:rPr kumimoji="0" lang="en-US" sz="2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Comittee</a:t>
            </a:r>
            <a:r>
              <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for Standardization, 2014. </a:t>
            </a:r>
            <a:r>
              <a:rPr kumimoji="0" lang="en-US" sz="28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DIN EN 1997-1 </a:t>
            </a:r>
            <a:r>
              <a:rPr kumimoji="0" lang="en-US" sz="2800" b="0" i="1"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Entwurf</a:t>
            </a:r>
            <a:r>
              <a:rPr kumimoji="0" lang="en-US" sz="28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2800" b="0" i="1"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Berechnung</a:t>
            </a:r>
            <a:r>
              <a:rPr kumimoji="0" lang="en-US" sz="28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und </a:t>
            </a:r>
            <a:r>
              <a:rPr kumimoji="0" lang="en-US" sz="2800" b="0" i="1"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Bemessung</a:t>
            </a:r>
            <a:r>
              <a:rPr kumimoji="0" lang="en-US" sz="28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in der </a:t>
            </a:r>
            <a:r>
              <a:rPr kumimoji="0" lang="en-US" sz="2800" b="0" i="1"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Geotechnik</a:t>
            </a:r>
            <a:r>
              <a:rPr kumimoji="0" lang="en-US" sz="28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 Teil 1: Allgemeine </a:t>
            </a:r>
            <a:r>
              <a:rPr kumimoji="0" lang="en-US" sz="2800" b="0" i="1"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Regeln</a:t>
            </a:r>
            <a:r>
              <a:rPr kumimoji="0" lang="en-US" sz="28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r>
              <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Brussels: CEN.</a:t>
            </a:r>
          </a:p>
          <a:p>
            <a:pPr marL="711200" marR="0" lvl="0" indent="-71120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ARU Library, A. R. U. L., 2015. </a:t>
            </a:r>
            <a:r>
              <a:rPr kumimoji="0" lang="en-US" sz="28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ARU Harvard. </a:t>
            </a:r>
            <a:r>
              <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[Online] </a:t>
            </a:r>
            <a:br>
              <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br>
            <a:r>
              <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Available at: </a:t>
            </a:r>
            <a:r>
              <a:rPr kumimoji="0" lang="en-US" sz="2800" b="0" i="0" u="sng"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https://</a:t>
            </a:r>
            <a:r>
              <a:rPr kumimoji="0" lang="en-US" sz="2800" b="0" i="0" u="sng"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library.aru.ac.uk</a:t>
            </a:r>
            <a:r>
              <a:rPr kumimoji="0" lang="en-US" sz="2800" b="0" i="0" u="sng"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/referencing/</a:t>
            </a:r>
            <a:r>
              <a:rPr kumimoji="0" lang="en-US" sz="2800" b="0" i="0" u="sng"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harvard.htm</a:t>
            </a:r>
            <a:br>
              <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br>
            <a:r>
              <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[Accessed 8</a:t>
            </a:r>
            <a:r>
              <a:rPr kumimoji="0" lang="en-US" sz="28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rPr>
              <a:t>th</a:t>
            </a:r>
            <a:r>
              <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February 2025]. </a:t>
            </a:r>
          </a:p>
          <a:p>
            <a:pPr algn="just">
              <a:lnSpc>
                <a:spcPct val="100000"/>
              </a:lnSpc>
              <a:spcBef>
                <a:spcPts val="2400"/>
              </a:spcBef>
              <a:spcAft>
                <a:spcPts val="2400"/>
              </a:spcAft>
            </a:pPr>
            <a:endParaRPr lang="en-US" sz="2800" noProof="0" dirty="0"/>
          </a:p>
        </p:txBody>
      </p:sp>
      <p:sp>
        <p:nvSpPr>
          <p:cNvPr id="21" name="Textplatzhalter 3">
            <a:extLst>
              <a:ext uri="{FF2B5EF4-FFF2-40B4-BE49-F238E27FC236}">
                <a16:creationId xmlns:a16="http://schemas.microsoft.com/office/drawing/2014/main" id="{D7D28DD7-4E4C-4D10-9AF4-C4F2F728D8DA}"/>
              </a:ext>
            </a:extLst>
          </p:cNvPr>
          <p:cNvSpPr txBox="1">
            <a:spLocks/>
          </p:cNvSpPr>
          <p:nvPr/>
        </p:nvSpPr>
        <p:spPr>
          <a:xfrm>
            <a:off x="3253471" y="40662378"/>
            <a:ext cx="2325158" cy="713660"/>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4400" b="1" kern="1200" spc="300">
                <a:solidFill>
                  <a:srgbClr val="AB2847"/>
                </a:solidFill>
                <a:latin typeface="Arial" panose="020B0604020202020204" pitchFamily="34" charset="0"/>
                <a:ea typeface="+mn-ea"/>
                <a:cs typeface="Arial" panose="020B0604020202020204" pitchFamily="34" charset="0"/>
              </a:defRPr>
            </a:lvl1pPr>
            <a:lvl2pPr marL="1513743" indent="0" algn="l" defTabSz="914400" rtl="0" eaLnBrk="1" latinLnBrk="0" hangingPunct="1">
              <a:lnSpc>
                <a:spcPct val="90000"/>
              </a:lnSpc>
              <a:spcBef>
                <a:spcPts val="500"/>
              </a:spcBef>
              <a:buFont typeface="Arial" panose="020B0604020202020204" pitchFamily="34" charset="0"/>
              <a:buNone/>
              <a:defRPr sz="3200" b="1" kern="1200">
                <a:solidFill>
                  <a:schemeClr val="tx1"/>
                </a:solidFill>
                <a:latin typeface="Arial" panose="020B0604020202020204" pitchFamily="34" charset="0"/>
                <a:ea typeface="+mn-ea"/>
                <a:cs typeface="Arial" panose="020B0604020202020204" pitchFamily="34" charset="0"/>
              </a:defRPr>
            </a:lvl2pPr>
            <a:lvl3pPr marL="3027487" indent="0" algn="l" defTabSz="914400" rtl="0" eaLnBrk="1" latinLnBrk="0" hangingPunct="1">
              <a:lnSpc>
                <a:spcPct val="90000"/>
              </a:lnSpc>
              <a:spcBef>
                <a:spcPts val="500"/>
              </a:spcBef>
              <a:buFont typeface="Arial" panose="020B0604020202020204" pitchFamily="34" charset="0"/>
              <a:buNone/>
              <a:defRPr sz="3200" b="1" kern="1200">
                <a:solidFill>
                  <a:schemeClr val="tx1"/>
                </a:solidFill>
                <a:latin typeface="Arial" panose="020B0604020202020204" pitchFamily="34" charset="0"/>
                <a:ea typeface="+mn-ea"/>
                <a:cs typeface="Arial" panose="020B0604020202020204" pitchFamily="34" charset="0"/>
              </a:defRPr>
            </a:lvl3pPr>
            <a:lvl4pPr marL="4541230" indent="0" algn="l" defTabSz="914400" rtl="0" eaLnBrk="1" latinLnBrk="0" hangingPunct="1">
              <a:lnSpc>
                <a:spcPct val="90000"/>
              </a:lnSpc>
              <a:spcBef>
                <a:spcPts val="500"/>
              </a:spcBef>
              <a:buFont typeface="Arial" panose="020B0604020202020204" pitchFamily="34" charset="0"/>
              <a:buNone/>
              <a:defRPr sz="3200" b="1" kern="1200">
                <a:solidFill>
                  <a:schemeClr val="tx1"/>
                </a:solidFill>
                <a:latin typeface="Arial" panose="020B0604020202020204" pitchFamily="34" charset="0"/>
                <a:ea typeface="+mn-ea"/>
                <a:cs typeface="Arial" panose="020B0604020202020204" pitchFamily="34" charset="0"/>
              </a:defRPr>
            </a:lvl4pPr>
            <a:lvl5pPr marL="6054974" indent="0" algn="l" defTabSz="914400" rtl="0" eaLnBrk="1" latinLnBrk="0" hangingPunct="1">
              <a:lnSpc>
                <a:spcPct val="90000"/>
              </a:lnSpc>
              <a:spcBef>
                <a:spcPts val="500"/>
              </a:spcBef>
              <a:buFont typeface="Arial" panose="020B0604020202020204" pitchFamily="34" charset="0"/>
              <a:buNone/>
              <a:defRPr sz="3200" b="1"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noProof="0" dirty="0"/>
              <a:t>0123</a:t>
            </a:r>
          </a:p>
        </p:txBody>
      </p:sp>
      <p:sp>
        <p:nvSpPr>
          <p:cNvPr id="25" name="Textplatzhalter 3">
            <a:extLst>
              <a:ext uri="{FF2B5EF4-FFF2-40B4-BE49-F238E27FC236}">
                <a16:creationId xmlns:a16="http://schemas.microsoft.com/office/drawing/2014/main" id="{BC7A11EF-A987-4D6A-A66D-D4ECB3AF671B}"/>
              </a:ext>
            </a:extLst>
          </p:cNvPr>
          <p:cNvSpPr txBox="1">
            <a:spLocks/>
          </p:cNvSpPr>
          <p:nvPr/>
        </p:nvSpPr>
        <p:spPr>
          <a:xfrm>
            <a:off x="23164799" y="40487597"/>
            <a:ext cx="5695403" cy="1877165"/>
          </a:xfrm>
          <a:prstGeom prst="rect">
            <a:avLst/>
          </a:prstGeom>
        </p:spPr>
        <p:txBody>
          <a:bodyPr>
            <a:normAutofit/>
          </a:bodyPr>
          <a:lstStyle>
            <a:lvl1pPr marL="0" indent="0" algn="r" defTabSz="914400" rtl="0" eaLnBrk="1" latinLnBrk="0" hangingPunct="1">
              <a:lnSpc>
                <a:spcPct val="90000"/>
              </a:lnSpc>
              <a:spcBef>
                <a:spcPts val="1000"/>
              </a:spcBef>
              <a:buFont typeface="Arial" panose="020B0604020202020204" pitchFamily="34" charset="0"/>
              <a:buNone/>
              <a:defRPr sz="3200" b="1" kern="1200">
                <a:solidFill>
                  <a:schemeClr val="tx1"/>
                </a:solidFill>
                <a:latin typeface="Arial" panose="020B0604020202020204" pitchFamily="34" charset="0"/>
                <a:ea typeface="+mn-ea"/>
                <a:cs typeface="Arial" panose="020B0604020202020204" pitchFamily="34" charset="0"/>
              </a:defRPr>
            </a:lvl1pPr>
            <a:lvl2pPr marL="1513743" indent="0" algn="l" defTabSz="914400" rtl="0" eaLnBrk="1" latinLnBrk="0" hangingPunct="1">
              <a:lnSpc>
                <a:spcPct val="90000"/>
              </a:lnSpc>
              <a:spcBef>
                <a:spcPts val="500"/>
              </a:spcBef>
              <a:buFont typeface="Arial" panose="020B0604020202020204" pitchFamily="34" charset="0"/>
              <a:buNone/>
              <a:defRPr sz="3200" b="1" kern="1200">
                <a:solidFill>
                  <a:schemeClr val="tx1"/>
                </a:solidFill>
                <a:latin typeface="Arial" panose="020B0604020202020204" pitchFamily="34" charset="0"/>
                <a:ea typeface="+mn-ea"/>
                <a:cs typeface="Arial" panose="020B0604020202020204" pitchFamily="34" charset="0"/>
              </a:defRPr>
            </a:lvl2pPr>
            <a:lvl3pPr marL="3027487" indent="0" algn="l" defTabSz="914400" rtl="0" eaLnBrk="1" latinLnBrk="0" hangingPunct="1">
              <a:lnSpc>
                <a:spcPct val="90000"/>
              </a:lnSpc>
              <a:spcBef>
                <a:spcPts val="500"/>
              </a:spcBef>
              <a:buFont typeface="Arial" panose="020B0604020202020204" pitchFamily="34" charset="0"/>
              <a:buNone/>
              <a:defRPr sz="3200" b="1" kern="1200">
                <a:solidFill>
                  <a:schemeClr val="tx1"/>
                </a:solidFill>
                <a:latin typeface="Arial" panose="020B0604020202020204" pitchFamily="34" charset="0"/>
                <a:ea typeface="+mn-ea"/>
                <a:cs typeface="Arial" panose="020B0604020202020204" pitchFamily="34" charset="0"/>
              </a:defRPr>
            </a:lvl3pPr>
            <a:lvl4pPr marL="4541230" indent="0" algn="l" defTabSz="914400" rtl="0" eaLnBrk="1" latinLnBrk="0" hangingPunct="1">
              <a:lnSpc>
                <a:spcPct val="90000"/>
              </a:lnSpc>
              <a:spcBef>
                <a:spcPts val="500"/>
              </a:spcBef>
              <a:buFont typeface="Arial" panose="020B0604020202020204" pitchFamily="34" charset="0"/>
              <a:buNone/>
              <a:defRPr sz="3200" b="1" kern="1200">
                <a:solidFill>
                  <a:schemeClr val="tx1"/>
                </a:solidFill>
                <a:latin typeface="Arial" panose="020B0604020202020204" pitchFamily="34" charset="0"/>
                <a:ea typeface="+mn-ea"/>
                <a:cs typeface="Arial" panose="020B0604020202020204" pitchFamily="34" charset="0"/>
              </a:defRPr>
            </a:lvl4pPr>
            <a:lvl5pPr marL="6054974" indent="0" algn="l" defTabSz="914400" rtl="0" eaLnBrk="1" latinLnBrk="0" hangingPunct="1">
              <a:lnSpc>
                <a:spcPct val="90000"/>
              </a:lnSpc>
              <a:spcBef>
                <a:spcPts val="500"/>
              </a:spcBef>
              <a:buFont typeface="Arial" panose="020B0604020202020204" pitchFamily="34" charset="0"/>
              <a:buNone/>
              <a:defRPr sz="3200" b="1"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noProof="0" dirty="0" err="1"/>
              <a:t>author@example.com</a:t>
            </a:r>
            <a:endParaRPr lang="en-US" noProof="0" dirty="0"/>
          </a:p>
          <a:p>
            <a:endParaRPr lang="en-US" noProof="0" dirty="0"/>
          </a:p>
        </p:txBody>
      </p:sp>
      <p:graphicFrame>
        <p:nvGraphicFramePr>
          <p:cNvPr id="26" name="Tabelle 10">
            <a:extLst>
              <a:ext uri="{FF2B5EF4-FFF2-40B4-BE49-F238E27FC236}">
                <a16:creationId xmlns:a16="http://schemas.microsoft.com/office/drawing/2014/main" id="{4A519C4A-C3A5-4101-A185-2B6BE07DB0B1}"/>
              </a:ext>
            </a:extLst>
          </p:cNvPr>
          <p:cNvGraphicFramePr>
            <a:graphicFrameLocks noGrp="1"/>
          </p:cNvGraphicFramePr>
          <p:nvPr>
            <p:extLst>
              <p:ext uri="{D42A27DB-BD31-4B8C-83A1-F6EECF244321}">
                <p14:modId xmlns:p14="http://schemas.microsoft.com/office/powerpoint/2010/main" val="3859539126"/>
              </p:ext>
            </p:extLst>
          </p:nvPr>
        </p:nvGraphicFramePr>
        <p:xfrm>
          <a:off x="10703085" y="17524695"/>
          <a:ext cx="8855794" cy="5345940"/>
        </p:xfrm>
        <a:graphic>
          <a:graphicData uri="http://schemas.openxmlformats.org/drawingml/2006/table">
            <a:tbl>
              <a:tblPr firstRow="1" bandRow="1">
                <a:tableStyleId>{2D5ABB26-0587-4C30-8999-92F81FD0307C}</a:tableStyleId>
              </a:tblPr>
              <a:tblGrid>
                <a:gridCol w="2335995">
                  <a:extLst>
                    <a:ext uri="{9D8B030D-6E8A-4147-A177-3AD203B41FA5}">
                      <a16:colId xmlns:a16="http://schemas.microsoft.com/office/drawing/2014/main" val="2346521969"/>
                    </a:ext>
                  </a:extLst>
                </a:gridCol>
                <a:gridCol w="1391975">
                  <a:extLst>
                    <a:ext uri="{9D8B030D-6E8A-4147-A177-3AD203B41FA5}">
                      <a16:colId xmlns:a16="http://schemas.microsoft.com/office/drawing/2014/main" val="441079329"/>
                    </a:ext>
                  </a:extLst>
                </a:gridCol>
                <a:gridCol w="1484874">
                  <a:extLst>
                    <a:ext uri="{9D8B030D-6E8A-4147-A177-3AD203B41FA5}">
                      <a16:colId xmlns:a16="http://schemas.microsoft.com/office/drawing/2014/main" val="976486779"/>
                    </a:ext>
                  </a:extLst>
                </a:gridCol>
                <a:gridCol w="1743322">
                  <a:extLst>
                    <a:ext uri="{9D8B030D-6E8A-4147-A177-3AD203B41FA5}">
                      <a16:colId xmlns:a16="http://schemas.microsoft.com/office/drawing/2014/main" val="1046954472"/>
                    </a:ext>
                  </a:extLst>
                </a:gridCol>
                <a:gridCol w="1899628">
                  <a:extLst>
                    <a:ext uri="{9D8B030D-6E8A-4147-A177-3AD203B41FA5}">
                      <a16:colId xmlns:a16="http://schemas.microsoft.com/office/drawing/2014/main" val="2547836132"/>
                    </a:ext>
                  </a:extLst>
                </a:gridCol>
              </a:tblGrid>
              <a:tr h="665144">
                <a:tc>
                  <a:txBody>
                    <a:bodyPr/>
                    <a:lstStyle/>
                    <a:p>
                      <a:pPr algn="ctr"/>
                      <a:r>
                        <a:rPr lang="en-US" sz="2400" noProof="0" dirty="0">
                          <a:latin typeface="Arial" panose="020B0604020202020204" pitchFamily="34" charset="0"/>
                          <a:cs typeface="Arial" panose="020B0604020202020204" pitchFamily="34" charset="0"/>
                        </a:rPr>
                        <a:t>type</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noProof="0" dirty="0">
                          <a:latin typeface="Arial" panose="020B0604020202020204" pitchFamily="34" charset="0"/>
                          <a:cs typeface="Arial" panose="020B0604020202020204" pitchFamily="34" charset="0"/>
                        </a:rPr>
                        <a:t>font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noProof="0" dirty="0">
                          <a:latin typeface="Arial" panose="020B0604020202020204" pitchFamily="34" charset="0"/>
                          <a:cs typeface="Arial" panose="020B0604020202020204" pitchFamily="34" charset="0"/>
                        </a:rPr>
                        <a:t>font size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noProof="0" dirty="0">
                          <a:latin typeface="Arial" panose="020B0604020202020204" pitchFamily="34" charset="0"/>
                          <a:cs typeface="Arial" panose="020B0604020202020204" pitchFamily="34" charset="0"/>
                        </a:rPr>
                        <a:t>alignment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noProof="0" dirty="0">
                          <a:latin typeface="Arial" panose="020B0604020202020204" pitchFamily="34" charset="0"/>
                          <a:cs typeface="Arial" panose="020B0604020202020204" pitchFamily="34" charset="0"/>
                        </a:rPr>
                        <a:t>notes</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63594660"/>
                  </a:ext>
                </a:extLst>
              </a:tr>
              <a:tr h="1197260">
                <a:tc>
                  <a:txBody>
                    <a:bodyPr/>
                    <a:lstStyle/>
                    <a:p>
                      <a:pPr algn="ctr"/>
                      <a:r>
                        <a:rPr lang="en-US" sz="2400" noProof="0" dirty="0">
                          <a:latin typeface="Arial" panose="020B0604020202020204" pitchFamily="34" charset="0"/>
                          <a:cs typeface="Arial" panose="020B0604020202020204" pitchFamily="34" charset="0"/>
                        </a:rPr>
                        <a:t>Heading</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noProof="0" dirty="0">
                          <a:latin typeface="Arial" panose="020B0604020202020204" pitchFamily="34" charset="0"/>
                          <a:cs typeface="Arial" panose="020B0604020202020204" pitchFamily="34" charset="0"/>
                        </a:rPr>
                        <a:t>Arial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noProof="0" dirty="0">
                          <a:latin typeface="Arial" panose="020B0604020202020204" pitchFamily="34" charset="0"/>
                          <a:cs typeface="Arial" panose="020B0604020202020204" pitchFamily="34" charset="0"/>
                        </a:rPr>
                        <a:t>36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noProof="0" dirty="0">
                          <a:latin typeface="Arial" panose="020B0604020202020204" pitchFamily="34" charset="0"/>
                          <a:cs typeface="Arial" panose="020B0604020202020204" pitchFamily="34" charset="0"/>
                        </a:rPr>
                        <a:t>justified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kern="0" noProof="0" dirty="0">
                          <a:solidFill>
                            <a:schemeClr val="tx1"/>
                          </a:solidFill>
                          <a:latin typeface="Arial" panose="020B0604020202020204" pitchFamily="34" charset="0"/>
                          <a:cs typeface="Arial" panose="020B0604020202020204" pitchFamily="34" charset="0"/>
                        </a:rPr>
                        <a:t>RGB 171|40|71</a:t>
                      </a:r>
                      <a:endParaRPr lang="en-US" sz="2400" noProof="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66160736"/>
                  </a:ext>
                </a:extLst>
              </a:tr>
              <a:tr h="665144">
                <a:tc>
                  <a:txBody>
                    <a:bodyPr/>
                    <a:lstStyle/>
                    <a:p>
                      <a:pPr algn="ctr"/>
                      <a:r>
                        <a:rPr lang="en-US" sz="2400" noProof="0" dirty="0">
                          <a:latin typeface="Arial" panose="020B0604020202020204" pitchFamily="34" charset="0"/>
                          <a:cs typeface="Arial" panose="020B0604020202020204" pitchFamily="34" charset="0"/>
                        </a:rPr>
                        <a:t>Body text</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noProof="0" dirty="0">
                          <a:latin typeface="Arial" panose="020B0604020202020204" pitchFamily="34" charset="0"/>
                          <a:cs typeface="Arial" panose="020B0604020202020204" pitchFamily="34" charset="0"/>
                        </a:rPr>
                        <a:t>Arial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noProof="0" dirty="0">
                          <a:latin typeface="Arial" panose="020B0604020202020204" pitchFamily="34" charset="0"/>
                          <a:cs typeface="Arial" panose="020B0604020202020204" pitchFamily="34" charset="0"/>
                        </a:rPr>
                        <a:t>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noProof="0" dirty="0">
                          <a:latin typeface="Arial" panose="020B0604020202020204" pitchFamily="34" charset="0"/>
                          <a:cs typeface="Arial" panose="020B0604020202020204" pitchFamily="34" charset="0"/>
                        </a:rPr>
                        <a:t>justified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noProof="0" dirty="0">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54550991"/>
                  </a:ext>
                </a:extLst>
              </a:tr>
              <a:tr h="665144">
                <a:tc>
                  <a:txBody>
                    <a:bodyPr/>
                    <a:lstStyle/>
                    <a:p>
                      <a:pPr algn="ctr"/>
                      <a:r>
                        <a:rPr lang="en-US" sz="2400" noProof="0" dirty="0">
                          <a:latin typeface="Arial" panose="020B0604020202020204" pitchFamily="34" charset="0"/>
                          <a:cs typeface="Arial" panose="020B0604020202020204" pitchFamily="34" charset="0"/>
                        </a:rPr>
                        <a:t>Figure</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noProof="0" dirty="0">
                          <a:latin typeface="Arial" panose="020B0604020202020204" pitchFamily="34" charset="0"/>
                          <a:cs typeface="Arial" panose="020B0604020202020204" pitchFamily="34" charset="0"/>
                        </a:rPr>
                        <a:t>various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noProof="0" dirty="0">
                          <a:latin typeface="Arial" panose="020B0604020202020204" pitchFamily="34" charset="0"/>
                          <a:cs typeface="Arial" panose="020B0604020202020204" pitchFamily="34" charset="0"/>
                        </a:rPr>
                        <a:t>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noProof="0" dirty="0">
                          <a:latin typeface="Arial" panose="020B0604020202020204" pitchFamily="34" charset="0"/>
                          <a:cs typeface="Arial" panose="020B0604020202020204" pitchFamily="34" charset="0"/>
                        </a:rPr>
                        <a:t>centered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noProof="0" dirty="0">
                          <a:latin typeface="Arial" panose="020B0604020202020204" pitchFamily="34" charset="0"/>
                          <a:cs typeface="Arial" panose="020B0604020202020204" pitchFamily="34" charset="0"/>
                        </a:rPr>
                        <a:t>≥ 300 dpi</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27475365"/>
                  </a:ext>
                </a:extLst>
              </a:tr>
              <a:tr h="665144">
                <a:tc>
                  <a:txBody>
                    <a:bodyPr/>
                    <a:lstStyle/>
                    <a:p>
                      <a:pPr algn="ctr"/>
                      <a:r>
                        <a:rPr lang="en-US" sz="2400" noProof="0" dirty="0">
                          <a:latin typeface="Arial" panose="020B0604020202020204" pitchFamily="34" charset="0"/>
                          <a:cs typeface="Arial" panose="020B0604020202020204" pitchFamily="34" charset="0"/>
                        </a:rPr>
                        <a:t>Figure caption</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noProof="0" dirty="0">
                          <a:latin typeface="Arial" panose="020B0604020202020204" pitchFamily="34" charset="0"/>
                          <a:cs typeface="Arial" panose="020B0604020202020204" pitchFamily="34" charset="0"/>
                        </a:rPr>
                        <a:t>Arial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noProof="0" dirty="0">
                          <a:latin typeface="Arial" panose="020B0604020202020204" pitchFamily="34" charset="0"/>
                          <a:cs typeface="Arial" panose="020B0604020202020204" pitchFamily="34" charset="0"/>
                        </a:rPr>
                        <a:t>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noProof="0" dirty="0">
                          <a:latin typeface="Arial" panose="020B0604020202020204" pitchFamily="34" charset="0"/>
                          <a:cs typeface="Arial" panose="020B0604020202020204" pitchFamily="34" charset="0"/>
                        </a:rPr>
                        <a:t>justified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noProof="0" dirty="0">
                          <a:latin typeface="Arial" panose="020B0604020202020204" pitchFamily="34" charset="0"/>
                          <a:cs typeface="Arial" panose="020B0604020202020204" pitchFamily="34" charset="0"/>
                        </a:rPr>
                        <a:t>numbering</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75249097"/>
                  </a:ext>
                </a:extLst>
              </a:tr>
              <a:tr h="665144">
                <a:tc>
                  <a:txBody>
                    <a:bodyPr/>
                    <a:lstStyle/>
                    <a:p>
                      <a:pPr algn="ctr"/>
                      <a:r>
                        <a:rPr lang="en-US" sz="2400" noProof="0" dirty="0">
                          <a:latin typeface="Arial" panose="020B0604020202020204" pitchFamily="34" charset="0"/>
                          <a:cs typeface="Arial" panose="020B0604020202020204" pitchFamily="34" charset="0"/>
                        </a:rPr>
                        <a:t>Table caption</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noProof="0" dirty="0">
                          <a:latin typeface="Arial" panose="020B0604020202020204" pitchFamily="34" charset="0"/>
                          <a:cs typeface="Arial" panose="020B0604020202020204" pitchFamily="34" charset="0"/>
                        </a:rPr>
                        <a:t>Arial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noProof="0" dirty="0">
                          <a:latin typeface="Arial" panose="020B0604020202020204" pitchFamily="34" charset="0"/>
                          <a:cs typeface="Arial" panose="020B0604020202020204" pitchFamily="34" charset="0"/>
                        </a:rPr>
                        <a:t>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noProof="0" dirty="0">
                          <a:latin typeface="Arial" panose="020B0604020202020204" pitchFamily="34" charset="0"/>
                          <a:cs typeface="Arial" panose="020B0604020202020204" pitchFamily="34" charset="0"/>
                        </a:rPr>
                        <a:t>justified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noProof="0" dirty="0">
                          <a:latin typeface="Arial" panose="020B0604020202020204" pitchFamily="34" charset="0"/>
                          <a:cs typeface="Arial" panose="020B0604020202020204" pitchFamily="34" charset="0"/>
                        </a:rPr>
                        <a:t>numbering</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40900263"/>
                  </a:ext>
                </a:extLst>
              </a:tr>
              <a:tr h="665144">
                <a:tc>
                  <a:txBody>
                    <a:bodyPr/>
                    <a:lstStyle/>
                    <a:p>
                      <a:pPr algn="ctr"/>
                      <a:r>
                        <a:rPr lang="en-US" sz="2400" noProof="0" dirty="0">
                          <a:latin typeface="Arial" panose="020B0604020202020204" pitchFamily="34" charset="0"/>
                          <a:cs typeface="Arial" panose="020B0604020202020204" pitchFamily="34" charset="0"/>
                        </a:rPr>
                        <a:t>Equation</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noProof="0" dirty="0">
                          <a:latin typeface="Arial" panose="020B0604020202020204" pitchFamily="34" charset="0"/>
                          <a:cs typeface="Arial" panose="020B0604020202020204" pitchFamily="34" charset="0"/>
                        </a:rPr>
                        <a:t>various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noProof="0" dirty="0">
                          <a:latin typeface="Arial" panose="020B0604020202020204" pitchFamily="34" charset="0"/>
                          <a:cs typeface="Arial" panose="020B0604020202020204" pitchFamily="34" charset="0"/>
                        </a:rPr>
                        <a:t>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noProof="0" dirty="0">
                          <a:latin typeface="Arial" panose="020B0604020202020204" pitchFamily="34" charset="0"/>
                          <a:cs typeface="Arial" panose="020B0604020202020204" pitchFamily="34" charset="0"/>
                        </a:rPr>
                        <a:t>intended 10 mm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noProof="0" dirty="0">
                          <a:latin typeface="Arial" panose="020B0604020202020204" pitchFamily="34" charset="0"/>
                          <a:cs typeface="Arial" panose="020B0604020202020204" pitchFamily="34" charset="0"/>
                        </a:rPr>
                        <a:t>numbering</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40178063"/>
                  </a:ext>
                </a:extLst>
              </a:tr>
            </a:tbl>
          </a:graphicData>
        </a:graphic>
      </p:graphicFrame>
      <p:grpSp>
        <p:nvGrpSpPr>
          <p:cNvPr id="28" name="Group 8">
            <a:extLst>
              <a:ext uri="{FF2B5EF4-FFF2-40B4-BE49-F238E27FC236}">
                <a16:creationId xmlns:a16="http://schemas.microsoft.com/office/drawing/2014/main" id="{DF3BA449-11BF-40B9-BBEB-91874A493BA8}"/>
              </a:ext>
            </a:extLst>
          </p:cNvPr>
          <p:cNvGrpSpPr/>
          <p:nvPr/>
        </p:nvGrpSpPr>
        <p:grpSpPr>
          <a:xfrm>
            <a:off x="11529649" y="26950810"/>
            <a:ext cx="8011053" cy="584775"/>
            <a:chOff x="11536553" y="31894214"/>
            <a:chExt cx="8011053" cy="584775"/>
          </a:xfrm>
        </p:grpSpPr>
        <p:sp>
          <p:nvSpPr>
            <p:cNvPr id="29" name="Textfeld 28">
              <a:extLst>
                <a:ext uri="{FF2B5EF4-FFF2-40B4-BE49-F238E27FC236}">
                  <a16:creationId xmlns:a16="http://schemas.microsoft.com/office/drawing/2014/main" id="{94598CCF-7E8F-47D3-B503-2464709774B9}"/>
                </a:ext>
              </a:extLst>
            </p:cNvPr>
            <p:cNvSpPr txBox="1"/>
            <p:nvPr/>
          </p:nvSpPr>
          <p:spPr>
            <a:xfrm>
              <a:off x="18755518" y="31894214"/>
              <a:ext cx="792088" cy="584775"/>
            </a:xfrm>
            <a:prstGeom prst="rect">
              <a:avLst/>
            </a:prstGeom>
            <a:noFill/>
          </p:spPr>
          <p:txBody>
            <a:bodyPr wrap="square" rtlCol="0" anchor="ctr" anchorCtr="0">
              <a:spAutoFit/>
            </a:bodyPr>
            <a:lstStyle/>
            <a:p>
              <a:pPr algn="ctr"/>
              <a:r>
                <a:rPr lang="en-US" sz="3200" noProof="0" dirty="0">
                  <a:latin typeface="Arial" panose="020B0604020202020204" pitchFamily="34" charset="0"/>
                  <a:cs typeface="Arial" panose="020B0604020202020204" pitchFamily="34" charset="0"/>
                </a:rPr>
                <a:t>(1)</a:t>
              </a:r>
            </a:p>
          </p:txBody>
        </p:sp>
        <mc:AlternateContent xmlns:mc="http://schemas.openxmlformats.org/markup-compatibility/2006">
          <mc:Choice xmlns:a14="http://schemas.microsoft.com/office/drawing/2010/main" Requires="a14">
            <p:sp>
              <p:nvSpPr>
                <p:cNvPr id="30" name="TextBox 7">
                  <a:extLst>
                    <a:ext uri="{FF2B5EF4-FFF2-40B4-BE49-F238E27FC236}">
                      <a16:creationId xmlns:a16="http://schemas.microsoft.com/office/drawing/2014/main" id="{41F7250C-B870-469E-90CD-948DD7FD6AB6}"/>
                    </a:ext>
                  </a:extLst>
                </p:cNvPr>
                <p:cNvSpPr txBox="1"/>
                <p:nvPr/>
              </p:nvSpPr>
              <p:spPr>
                <a:xfrm>
                  <a:off x="11536553" y="31986546"/>
                  <a:ext cx="2934906"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i="1" noProof="0" smtClean="0">
                            <a:latin typeface="Cambria Math" panose="02040503050406030204" pitchFamily="18" charset="0"/>
                            <a:ea typeface="Cambria Math" panose="02040503050406030204" pitchFamily="18" charset="0"/>
                          </a:rPr>
                          <m:t>𝜏</m:t>
                        </m:r>
                        <m:r>
                          <a:rPr lang="en-US" sz="3200" i="1" noProof="0" smtClean="0">
                            <a:latin typeface="Cambria Math" panose="02040503050406030204" pitchFamily="18" charset="0"/>
                          </a:rPr>
                          <m:t>=</m:t>
                        </m:r>
                        <m:sSub>
                          <m:sSubPr>
                            <m:ctrlPr>
                              <a:rPr lang="en-US" sz="3200" i="1" noProof="0" smtClean="0">
                                <a:latin typeface="Cambria Math" panose="02040503050406030204" pitchFamily="18" charset="0"/>
                              </a:rPr>
                            </m:ctrlPr>
                          </m:sSubPr>
                          <m:e>
                            <m:r>
                              <a:rPr lang="en-US" sz="3200" i="1" noProof="0" smtClean="0">
                                <a:latin typeface="Cambria Math" panose="02040503050406030204" pitchFamily="18" charset="0"/>
                                <a:ea typeface="Cambria Math" panose="02040503050406030204" pitchFamily="18" charset="0"/>
                              </a:rPr>
                              <m:t>𝜎</m:t>
                            </m:r>
                          </m:e>
                          <m:sub>
                            <m:r>
                              <m:rPr>
                                <m:sty m:val="p"/>
                              </m:rPr>
                              <a:rPr lang="en-US" sz="3200" b="0" i="0" noProof="0" smtClean="0">
                                <a:latin typeface="Cambria Math" panose="02040503050406030204" pitchFamily="18" charset="0"/>
                              </a:rPr>
                              <m:t>n</m:t>
                            </m:r>
                          </m:sub>
                        </m:sSub>
                        <m:func>
                          <m:funcPr>
                            <m:ctrlPr>
                              <a:rPr lang="en-US" sz="3200" b="0" i="1" noProof="0" smtClean="0">
                                <a:latin typeface="Cambria Math" panose="02040503050406030204" pitchFamily="18" charset="0"/>
                              </a:rPr>
                            </m:ctrlPr>
                          </m:funcPr>
                          <m:fName>
                            <m:r>
                              <m:rPr>
                                <m:sty m:val="p"/>
                              </m:rPr>
                              <a:rPr lang="en-US" sz="3200" b="0" i="0" noProof="0" smtClean="0">
                                <a:latin typeface="Cambria Math" panose="02040503050406030204" pitchFamily="18" charset="0"/>
                              </a:rPr>
                              <m:t>tan</m:t>
                            </m:r>
                          </m:fName>
                          <m:e>
                            <m:r>
                              <a:rPr lang="en-US" sz="3200" b="0" i="1" noProof="0" smtClean="0">
                                <a:latin typeface="Cambria Math" panose="02040503050406030204" pitchFamily="18" charset="0"/>
                                <a:ea typeface="Cambria Math" panose="02040503050406030204" pitchFamily="18" charset="0"/>
                              </a:rPr>
                              <m:t>𝜑</m:t>
                            </m:r>
                          </m:e>
                        </m:func>
                        <m:r>
                          <a:rPr lang="en-US" sz="3200" b="0" i="1" noProof="0" smtClean="0">
                            <a:latin typeface="Cambria Math" panose="02040503050406030204" pitchFamily="18" charset="0"/>
                          </a:rPr>
                          <m:t>+</m:t>
                        </m:r>
                        <m:r>
                          <a:rPr lang="en-US" sz="3200" b="0" i="1" noProof="0" smtClean="0">
                            <a:latin typeface="Cambria Math" panose="02040503050406030204" pitchFamily="18" charset="0"/>
                          </a:rPr>
                          <m:t>𝑐</m:t>
                        </m:r>
                      </m:oMath>
                    </m:oMathPara>
                  </a14:m>
                  <a:endParaRPr lang="en-US" sz="3200" noProof="0" dirty="0"/>
                </a:p>
              </p:txBody>
            </p:sp>
          </mc:Choice>
          <mc:Fallback>
            <p:sp>
              <p:nvSpPr>
                <p:cNvPr id="30" name="TextBox 7">
                  <a:extLst>
                    <a:ext uri="{FF2B5EF4-FFF2-40B4-BE49-F238E27FC236}">
                      <a16:creationId xmlns:a16="http://schemas.microsoft.com/office/drawing/2014/main" id="{41F7250C-B870-469E-90CD-948DD7FD6AB6}"/>
                    </a:ext>
                  </a:extLst>
                </p:cNvPr>
                <p:cNvSpPr txBox="1">
                  <a:spLocks noRot="1" noChangeAspect="1" noMove="1" noResize="1" noEditPoints="1" noAdjustHandles="1" noChangeArrowheads="1" noChangeShapeType="1" noTextEdit="1"/>
                </p:cNvSpPr>
                <p:nvPr/>
              </p:nvSpPr>
              <p:spPr>
                <a:xfrm>
                  <a:off x="11536553" y="31986546"/>
                  <a:ext cx="2934906" cy="492443"/>
                </a:xfrm>
                <a:prstGeom prst="rect">
                  <a:avLst/>
                </a:prstGeom>
                <a:blipFill>
                  <a:blip r:embed="rId2"/>
                  <a:stretch>
                    <a:fillRect l="-858" r="-429" b="-22500"/>
                  </a:stretch>
                </a:blipFill>
              </p:spPr>
              <p:txBody>
                <a:bodyPr/>
                <a:lstStyle/>
                <a:p>
                  <a:r>
                    <a:rPr lang="de-AT">
                      <a:noFill/>
                    </a:rPr>
                    <a:t> </a:t>
                  </a:r>
                </a:p>
              </p:txBody>
            </p:sp>
          </mc:Fallback>
        </mc:AlternateContent>
      </p:grpSp>
      <p:pic>
        <p:nvPicPr>
          <p:cNvPr id="35" name="Grafik 34">
            <a:extLst>
              <a:ext uri="{FF2B5EF4-FFF2-40B4-BE49-F238E27FC236}">
                <a16:creationId xmlns:a16="http://schemas.microsoft.com/office/drawing/2014/main" id="{C2E79761-3179-4F5A-B251-BBC069C284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4107" y="13230635"/>
            <a:ext cx="7737090" cy="4845397"/>
          </a:xfrm>
          <a:prstGeom prst="rect">
            <a:avLst/>
          </a:prstGeom>
        </p:spPr>
      </p:pic>
    </p:spTree>
    <p:extLst>
      <p:ext uri="{BB962C8B-B14F-4D97-AF65-F5344CB8AC3E}">
        <p14:creationId xmlns:p14="http://schemas.microsoft.com/office/powerpoint/2010/main" val="1974502393"/>
      </p:ext>
    </p:extLst>
  </p:cSld>
  <p:clrMapOvr>
    <a:masterClrMapping/>
  </p:clrMapOvr>
</p:sld>
</file>

<file path=ppt/theme/theme1.xml><?xml version="1.0" encoding="utf-8"?>
<a:theme xmlns:a="http://schemas.openxmlformats.org/drawingml/2006/main" name="Benutzerdefiniertes Design">
  <a:themeElements>
    <a:clrScheme name="ICSMGE">
      <a:dk1>
        <a:sysClr val="windowText" lastClr="000000"/>
      </a:dk1>
      <a:lt1>
        <a:sysClr val="window" lastClr="FFFFFF"/>
      </a:lt1>
      <a:dk2>
        <a:srgbClr val="44546A"/>
      </a:dk2>
      <a:lt2>
        <a:srgbClr val="E7E6E6"/>
      </a:lt2>
      <a:accent1>
        <a:srgbClr val="AB2847"/>
      </a:accent1>
      <a:accent2>
        <a:srgbClr val="5B5B5B"/>
      </a:accent2>
      <a:accent3>
        <a:srgbClr val="B2B3B3"/>
      </a:accent3>
      <a:accent4>
        <a:srgbClr val="ED7D31"/>
      </a:accent4>
      <a:accent5>
        <a:srgbClr val="48A1FA"/>
      </a:accent5>
      <a:accent6>
        <a:srgbClr val="00FF00"/>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87</TotalTime>
  <Words>1153</Words>
  <Application>Microsoft Macintosh PowerPoint</Application>
  <PresentationFormat>Custom</PresentationFormat>
  <Paragraphs>98</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Cambria Math</vt:lpstr>
      <vt:lpstr>Benutzerdefiniertes Design</vt:lpstr>
      <vt:lpstr>Edit title of paper (Arial, 44-point size, left aligned (RGB 171/40/71)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Hausenberger</dc:creator>
  <cp:lastModifiedBy>Johannes Pistrol</cp:lastModifiedBy>
  <cp:revision>61</cp:revision>
  <cp:lastPrinted>2026-01-25T14:50:05Z</cp:lastPrinted>
  <dcterms:created xsi:type="dcterms:W3CDTF">2025-12-16T15:21:49Z</dcterms:created>
  <dcterms:modified xsi:type="dcterms:W3CDTF">2026-02-10T14:06:32Z</dcterms:modified>
</cp:coreProperties>
</file>